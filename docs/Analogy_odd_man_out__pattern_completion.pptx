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5" r:id="rId1"/>
  </p:sldMasterIdLst>
  <p:notesMasterIdLst>
    <p:notesMasterId r:id="rId93"/>
  </p:notesMasterIdLst>
  <p:handoutMasterIdLst>
    <p:handoutMasterId r:id="rId94"/>
  </p:handoutMasterIdLst>
  <p:sldIdLst>
    <p:sldId id="256" r:id="rId2"/>
    <p:sldId id="257" r:id="rId3"/>
    <p:sldId id="288" r:id="rId4"/>
    <p:sldId id="290" r:id="rId5"/>
    <p:sldId id="292" r:id="rId6"/>
    <p:sldId id="298" r:id="rId7"/>
    <p:sldId id="300" r:id="rId8"/>
    <p:sldId id="302" r:id="rId9"/>
    <p:sldId id="304" r:id="rId10"/>
    <p:sldId id="306" r:id="rId11"/>
    <p:sldId id="258" r:id="rId12"/>
    <p:sldId id="260" r:id="rId13"/>
    <p:sldId id="264" r:id="rId14"/>
    <p:sldId id="375" r:id="rId15"/>
    <p:sldId id="378" r:id="rId16"/>
    <p:sldId id="376" r:id="rId17"/>
    <p:sldId id="315" r:id="rId18"/>
    <p:sldId id="316" r:id="rId19"/>
    <p:sldId id="317" r:id="rId20"/>
    <p:sldId id="318" r:id="rId21"/>
    <p:sldId id="319" r:id="rId22"/>
    <p:sldId id="321" r:id="rId23"/>
    <p:sldId id="326" r:id="rId24"/>
    <p:sldId id="330" r:id="rId25"/>
    <p:sldId id="329" r:id="rId26"/>
    <p:sldId id="275" r:id="rId27"/>
    <p:sldId id="331" r:id="rId28"/>
    <p:sldId id="381" r:id="rId29"/>
    <p:sldId id="382" r:id="rId30"/>
    <p:sldId id="383" r:id="rId31"/>
    <p:sldId id="384" r:id="rId32"/>
    <p:sldId id="385" r:id="rId33"/>
    <p:sldId id="386" r:id="rId34"/>
    <p:sldId id="388" r:id="rId35"/>
    <p:sldId id="387" r:id="rId36"/>
    <p:sldId id="389" r:id="rId37"/>
    <p:sldId id="391" r:id="rId38"/>
    <p:sldId id="392" r:id="rId39"/>
    <p:sldId id="394" r:id="rId40"/>
    <p:sldId id="393" r:id="rId41"/>
    <p:sldId id="395" r:id="rId42"/>
    <p:sldId id="377" r:id="rId43"/>
    <p:sldId id="334" r:id="rId44"/>
    <p:sldId id="335" r:id="rId45"/>
    <p:sldId id="336" r:id="rId46"/>
    <p:sldId id="337" r:id="rId47"/>
    <p:sldId id="339" r:id="rId48"/>
    <p:sldId id="340" r:id="rId49"/>
    <p:sldId id="342" r:id="rId50"/>
    <p:sldId id="343" r:id="rId51"/>
    <p:sldId id="344" r:id="rId52"/>
    <p:sldId id="345" r:id="rId53"/>
    <p:sldId id="346" r:id="rId54"/>
    <p:sldId id="347" r:id="rId55"/>
    <p:sldId id="348" r:id="rId56"/>
    <p:sldId id="349" r:id="rId57"/>
    <p:sldId id="350" r:id="rId58"/>
    <p:sldId id="351" r:id="rId59"/>
    <p:sldId id="352" r:id="rId60"/>
    <p:sldId id="353" r:id="rId61"/>
    <p:sldId id="354" r:id="rId62"/>
    <p:sldId id="355" r:id="rId63"/>
    <p:sldId id="356" r:id="rId64"/>
    <p:sldId id="357" r:id="rId65"/>
    <p:sldId id="358" r:id="rId66"/>
    <p:sldId id="282" r:id="rId67"/>
    <p:sldId id="283" r:id="rId68"/>
    <p:sldId id="284" r:id="rId69"/>
    <p:sldId id="285" r:id="rId70"/>
    <p:sldId id="359" r:id="rId71"/>
    <p:sldId id="360" r:id="rId72"/>
    <p:sldId id="361" r:id="rId73"/>
    <p:sldId id="362" r:id="rId74"/>
    <p:sldId id="363" r:id="rId75"/>
    <p:sldId id="364" r:id="rId76"/>
    <p:sldId id="365" r:id="rId77"/>
    <p:sldId id="366" r:id="rId78"/>
    <p:sldId id="390" r:id="rId79"/>
    <p:sldId id="295" r:id="rId80"/>
    <p:sldId id="296" r:id="rId81"/>
    <p:sldId id="297" r:id="rId82"/>
    <p:sldId id="367" r:id="rId83"/>
    <p:sldId id="368" r:id="rId84"/>
    <p:sldId id="369" r:id="rId85"/>
    <p:sldId id="370" r:id="rId86"/>
    <p:sldId id="371" r:id="rId87"/>
    <p:sldId id="372" r:id="rId88"/>
    <p:sldId id="373" r:id="rId89"/>
    <p:sldId id="374" r:id="rId90"/>
    <p:sldId id="380" r:id="rId91"/>
    <p:sldId id="379" r:id="rId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000000"/>
          </p15:clr>
        </p15:guide>
        <p15:guide id="2" pos="3840" userDrawn="1">
          <p15:clr>
            <a:srgbClr val="000000"/>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3" roundtripDataSignature="AMtx7mjoy35ubuR8OUz5rLsrsCbXo1iD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111111"/>
    <a:srgbClr val="131313"/>
    <a:srgbClr val="000000"/>
    <a:srgbClr val="0707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3392" autoAdjust="0"/>
  </p:normalViewPr>
  <p:slideViewPr>
    <p:cSldViewPr snapToGrid="0">
      <p:cViewPr varScale="1">
        <p:scale>
          <a:sx n="68" d="100"/>
          <a:sy n="68" d="100"/>
        </p:scale>
        <p:origin x="792" y="72"/>
      </p:cViewPr>
      <p:guideLst>
        <p:guide orient="horz" pos="2160"/>
        <p:guide pos="3840"/>
      </p:guideLst>
    </p:cSldViewPr>
  </p:slideViewPr>
  <p:outlineViewPr>
    <p:cViewPr>
      <p:scale>
        <a:sx n="33" d="100"/>
        <a:sy n="33" d="100"/>
      </p:scale>
      <p:origin x="0" y="-2176"/>
    </p:cViewPr>
  </p:outlineViewPr>
  <p:notesTextViewPr>
    <p:cViewPr>
      <p:scale>
        <a:sx n="1" d="1"/>
        <a:sy n="1" d="1"/>
      </p:scale>
      <p:origin x="0" y="0"/>
    </p:cViewPr>
  </p:notesTextViewPr>
  <p:sorterViewPr>
    <p:cViewPr>
      <p:scale>
        <a:sx n="100" d="100"/>
        <a:sy n="100" d="100"/>
      </p:scale>
      <p:origin x="0" y="-12060"/>
    </p:cViewPr>
  </p:sorterViewPr>
  <p:notesViewPr>
    <p:cSldViewPr snapToGrid="0">
      <p:cViewPr varScale="1">
        <p:scale>
          <a:sx n="48" d="100"/>
          <a:sy n="48" d="100"/>
        </p:scale>
        <p:origin x="2754" y="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23" Type="http://customschemas.google.com/relationships/presentationmetadata" Target="metadata"/><Relationship Id="rId5" Type="http://schemas.openxmlformats.org/officeDocument/2006/relationships/slide" Target="slides/slide4.xml"/><Relationship Id="rId90" Type="http://schemas.openxmlformats.org/officeDocument/2006/relationships/slide" Target="slides/slide89.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4ED19F-345A-1992-4962-AD7809F46BF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752B744-27CE-770D-6100-ECB09C6570C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D5E3A9-FA9E-45B7-9D61-0C568BF8FE5F}" type="datetimeFigureOut">
              <a:rPr lang="en-US" smtClean="0"/>
              <a:t>2/28/2025</a:t>
            </a:fld>
            <a:endParaRPr lang="en-US"/>
          </a:p>
        </p:txBody>
      </p:sp>
      <p:sp>
        <p:nvSpPr>
          <p:cNvPr id="4" name="Footer Placeholder 3">
            <a:extLst>
              <a:ext uri="{FF2B5EF4-FFF2-40B4-BE49-F238E27FC236}">
                <a16:creationId xmlns:a16="http://schemas.microsoft.com/office/drawing/2014/main" id="{0C81A065-8BCC-8FAF-67E8-D919C7B0F3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52083AC-63CC-8668-592B-CC9DD89DB3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736466-B7C1-4E75-8803-F3F8A2B3B9F0}" type="slidenum">
              <a:rPr lang="en-US" smtClean="0"/>
              <a:t>‹#›</a:t>
            </a:fld>
            <a:endParaRPr lang="en-US"/>
          </a:p>
        </p:txBody>
      </p:sp>
    </p:spTree>
    <p:extLst>
      <p:ext uri="{BB962C8B-B14F-4D97-AF65-F5344CB8AC3E}">
        <p14:creationId xmlns:p14="http://schemas.microsoft.com/office/powerpoint/2010/main" val="32784692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652338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7500730"/>
            <a:ext cx="5486400" cy="95747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dirty="0"/>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645556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7" name="Google Shape;247;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57" name="Google Shape;257;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68" name="Google Shape;268;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98" name="Google Shape;29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8" name="Google Shape;308;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18" name="Google Shape;318;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28" name="Google Shape;328;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38" name="Google Shape;338;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7" name="Google Shape;12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21700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6" name="Google Shape;11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3" name="Google Shape;12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00" name="Google Shape;20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3" name="Google Shape;19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14" name="Google Shape;21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 name="Google Shape;22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55495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6" name="Google Shape;10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6" name="Google Shape;11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2" name="Google Shape;13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6" name="Google Shape;23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1" name="Google Shape;27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6" name="Google Shape;27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1" name="Google Shape;29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6" name="Google Shape;296;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1" name="Google Shape;30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4" name="Google Shape;334;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516307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2062427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1643356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724039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351013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420711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2537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4072624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3320702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308326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00000000-1234-1234-1234-123412341234}" type="slidenum">
              <a:rPr lang="en-US" smtClean="0"/>
              <a:pPr algn="r"/>
              <a:t>‹#›</a:t>
            </a:fld>
            <a:endParaRPr lang="en-US"/>
          </a:p>
        </p:txBody>
      </p:sp>
    </p:spTree>
    <p:extLst>
      <p:ext uri="{BB962C8B-B14F-4D97-AF65-F5344CB8AC3E}">
        <p14:creationId xmlns:p14="http://schemas.microsoft.com/office/powerpoint/2010/main" val="923754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913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7004E-D021-0920-AE04-E3B551576B92}"/>
              </a:ext>
            </a:extLst>
          </p:cNvPr>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Tree>
    <p:extLst>
      <p:ext uri="{BB962C8B-B14F-4D97-AF65-F5344CB8AC3E}">
        <p14:creationId xmlns:p14="http://schemas.microsoft.com/office/powerpoint/2010/main" val="2591959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624D31-43A5-475A-80CF-332C9F6DCF35}" type="datetimeFigureOut">
              <a:rPr lang="en-US" smtClean="0"/>
              <a:t>2/28/2025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
        <p:nvSpPr>
          <p:cNvPr id="7" name="Rectangle 6">
            <a:extLst>
              <a:ext uri="{FF2B5EF4-FFF2-40B4-BE49-F238E27FC236}">
                <a16:creationId xmlns:a16="http://schemas.microsoft.com/office/drawing/2014/main" id="{A6BB90CE-480F-0264-4719-0BD8CA157529}"/>
              </a:ext>
            </a:extLst>
          </p:cNvPr>
          <p:cNvSpPr/>
          <p:nvPr userDrawn="1"/>
        </p:nvSpPr>
        <p:spPr>
          <a:xfrm>
            <a:off x="0" y="0"/>
            <a:ext cx="12192000" cy="6858000"/>
          </a:xfrm>
          <a:prstGeom prst="rect">
            <a:avLst/>
          </a:prstGeom>
          <a:noFill/>
          <a:ln w="381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3082990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679"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jpg"/><Relationship Id="rId7" Type="http://schemas.openxmlformats.org/officeDocument/2006/relationships/image" Target="../media/image7.png"/><Relationship Id="rId2" Type="http://schemas.openxmlformats.org/officeDocument/2006/relationships/image" Target="../media/image4.gif"/><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6.png"/><Relationship Id="rId4" Type="http://schemas.openxmlformats.org/officeDocument/2006/relationships/hyperlink" Target="https://www.thebayit.org/celebrati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0.gif"/><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6.gif"/></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87"/>
        <p:cNvGrpSpPr/>
        <p:nvPr/>
      </p:nvGrpSpPr>
      <p:grpSpPr>
        <a:xfrm>
          <a:off x="0" y="0"/>
          <a:ext cx="0" cy="0"/>
          <a:chOff x="0" y="0"/>
          <a:chExt cx="0" cy="0"/>
        </a:xfrm>
      </p:grpSpPr>
      <p:pic>
        <p:nvPicPr>
          <p:cNvPr id="1034" name="Picture 10" descr="Orange Slice GIFs - Find &amp; Share on GIPHY">
            <a:extLst>
              <a:ext uri="{FF2B5EF4-FFF2-40B4-BE49-F238E27FC236}">
                <a16:creationId xmlns:a16="http://schemas.microsoft.com/office/drawing/2014/main" id="{68A92BE3-54EC-6AFE-1307-690B165FC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1721" y="1077970"/>
            <a:ext cx="4762500" cy="4762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EFE9A62-36A5-1C9E-6865-58FCF2A7B61F}"/>
              </a:ext>
            </a:extLst>
          </p:cNvPr>
          <p:cNvPicPr>
            <a:picLocks noChangeAspect="1"/>
          </p:cNvPicPr>
          <p:nvPr/>
        </p:nvPicPr>
        <p:blipFill>
          <a:blip r:embed="rId4"/>
          <a:srcRect/>
          <a:stretch>
            <a:fillRect/>
          </a:stretch>
        </p:blipFill>
        <p:spPr>
          <a:xfrm>
            <a:off x="76199" y="77783"/>
            <a:ext cx="12017829" cy="6762875"/>
          </a:xfrm>
          <a:custGeom>
            <a:avLst/>
            <a:gdLst/>
            <a:ahLst/>
            <a:cxnLst/>
            <a:rect l="l" t="t" r="r" b="b"/>
            <a:pathLst>
              <a:path w="12017829" h="6762875">
                <a:moveTo>
                  <a:pt x="8711544" y="4756098"/>
                </a:moveTo>
                <a:cubicBezTo>
                  <a:pt x="8779382" y="4756098"/>
                  <a:pt x="8833107" y="4778750"/>
                  <a:pt x="8872718" y="4824054"/>
                </a:cubicBezTo>
                <a:cubicBezTo>
                  <a:pt x="8912330" y="4869359"/>
                  <a:pt x="8932135" y="4941110"/>
                  <a:pt x="8932135" y="5039309"/>
                </a:cubicBezTo>
                <a:cubicBezTo>
                  <a:pt x="8932135" y="5156009"/>
                  <a:pt x="8913160" y="5236892"/>
                  <a:pt x="8875209" y="5281959"/>
                </a:cubicBezTo>
                <a:cubicBezTo>
                  <a:pt x="8837257" y="5327026"/>
                  <a:pt x="8783651" y="5349560"/>
                  <a:pt x="8714391" y="5349560"/>
                </a:cubicBezTo>
                <a:cubicBezTo>
                  <a:pt x="8647027" y="5349560"/>
                  <a:pt x="8593777" y="5326552"/>
                  <a:pt x="8554640" y="5280536"/>
                </a:cubicBezTo>
                <a:cubicBezTo>
                  <a:pt x="8515503" y="5234520"/>
                  <a:pt x="8495934" y="5158855"/>
                  <a:pt x="8495934" y="5053540"/>
                </a:cubicBezTo>
                <a:cubicBezTo>
                  <a:pt x="8495934" y="4947277"/>
                  <a:pt x="8515621" y="4871138"/>
                  <a:pt x="8554996" y="4825122"/>
                </a:cubicBezTo>
                <a:cubicBezTo>
                  <a:pt x="8594370" y="4779106"/>
                  <a:pt x="8646553" y="4756098"/>
                  <a:pt x="8711544" y="4756098"/>
                </a:cubicBezTo>
                <a:close/>
                <a:moveTo>
                  <a:pt x="10560203" y="4529814"/>
                </a:moveTo>
                <a:lnTo>
                  <a:pt x="10560203" y="4787408"/>
                </a:lnTo>
                <a:lnTo>
                  <a:pt x="10888955" y="4787408"/>
                </a:lnTo>
                <a:lnTo>
                  <a:pt x="10888955" y="5572997"/>
                </a:lnTo>
                <a:lnTo>
                  <a:pt x="11211303" y="5572997"/>
                </a:lnTo>
                <a:lnTo>
                  <a:pt x="11211303" y="4787408"/>
                </a:lnTo>
                <a:lnTo>
                  <a:pt x="11540055" y="4787408"/>
                </a:lnTo>
                <a:lnTo>
                  <a:pt x="11540055" y="4529814"/>
                </a:lnTo>
                <a:close/>
                <a:moveTo>
                  <a:pt x="9424533" y="4529814"/>
                </a:moveTo>
                <a:lnTo>
                  <a:pt x="9424533" y="5151328"/>
                </a:lnTo>
                <a:cubicBezTo>
                  <a:pt x="9424533" y="5202525"/>
                  <a:pt x="9434495" y="5261308"/>
                  <a:pt x="9454420" y="5327678"/>
                </a:cubicBezTo>
                <a:cubicBezTo>
                  <a:pt x="9466754" y="5368921"/>
                  <a:pt x="9489643" y="5408979"/>
                  <a:pt x="9523088" y="5447853"/>
                </a:cubicBezTo>
                <a:cubicBezTo>
                  <a:pt x="9556532" y="5486727"/>
                  <a:pt x="9593416" y="5516712"/>
                  <a:pt x="9633739" y="5537807"/>
                </a:cubicBezTo>
                <a:cubicBezTo>
                  <a:pt x="9674062" y="5558903"/>
                  <a:pt x="9724229" y="5573006"/>
                  <a:pt x="9784239" y="5580119"/>
                </a:cubicBezTo>
                <a:cubicBezTo>
                  <a:pt x="9844249" y="5587231"/>
                  <a:pt x="9899635" y="5590787"/>
                  <a:pt x="9950394" y="5590787"/>
                </a:cubicBezTo>
                <a:cubicBezTo>
                  <a:pt x="10038156" y="5590787"/>
                  <a:pt x="10113347" y="5579172"/>
                  <a:pt x="10175967" y="5555941"/>
                </a:cubicBezTo>
                <a:cubicBezTo>
                  <a:pt x="10221033" y="5539353"/>
                  <a:pt x="10264085" y="5510554"/>
                  <a:pt x="10305119" y="5469545"/>
                </a:cubicBezTo>
                <a:cubicBezTo>
                  <a:pt x="10346154" y="5428536"/>
                  <a:pt x="10376277" y="5380655"/>
                  <a:pt x="10395490" y="5325899"/>
                </a:cubicBezTo>
                <a:cubicBezTo>
                  <a:pt x="10414703" y="5271145"/>
                  <a:pt x="10424309" y="5212954"/>
                  <a:pt x="10424309" y="5151328"/>
                </a:cubicBezTo>
                <a:lnTo>
                  <a:pt x="10424309" y="4529814"/>
                </a:lnTo>
                <a:lnTo>
                  <a:pt x="10102673" y="4529814"/>
                </a:lnTo>
                <a:lnTo>
                  <a:pt x="10102673" y="5166127"/>
                </a:lnTo>
                <a:cubicBezTo>
                  <a:pt x="10102673" y="5223950"/>
                  <a:pt x="10086900" y="5268623"/>
                  <a:pt x="10055353" y="5300143"/>
                </a:cubicBezTo>
                <a:cubicBezTo>
                  <a:pt x="10023806" y="5331664"/>
                  <a:pt x="9980281" y="5347425"/>
                  <a:pt x="9924777" y="5347425"/>
                </a:cubicBezTo>
                <a:cubicBezTo>
                  <a:pt x="9868799" y="5347425"/>
                  <a:pt x="9825037" y="5331429"/>
                  <a:pt x="9793490" y="5299437"/>
                </a:cubicBezTo>
                <a:cubicBezTo>
                  <a:pt x="9761943" y="5267446"/>
                  <a:pt x="9746169" y="5223009"/>
                  <a:pt x="9746169" y="5166127"/>
                </a:cubicBezTo>
                <a:lnTo>
                  <a:pt x="9746169" y="4529814"/>
                </a:lnTo>
                <a:close/>
                <a:moveTo>
                  <a:pt x="8712256" y="4512025"/>
                </a:moveTo>
                <a:cubicBezTo>
                  <a:pt x="8542899" y="4512025"/>
                  <a:pt x="8410781" y="4559464"/>
                  <a:pt x="8315903" y="4654341"/>
                </a:cubicBezTo>
                <a:cubicBezTo>
                  <a:pt x="8221026" y="4749219"/>
                  <a:pt x="8173587" y="4881811"/>
                  <a:pt x="8173587" y="5052117"/>
                </a:cubicBezTo>
                <a:cubicBezTo>
                  <a:pt x="8173587" y="5174035"/>
                  <a:pt x="8197543" y="5275555"/>
                  <a:pt x="8245457" y="5356675"/>
                </a:cubicBezTo>
                <a:cubicBezTo>
                  <a:pt x="8293370" y="5437796"/>
                  <a:pt x="8355871" y="5497095"/>
                  <a:pt x="8432959" y="5534572"/>
                </a:cubicBezTo>
                <a:cubicBezTo>
                  <a:pt x="8510047" y="5572048"/>
                  <a:pt x="8607416" y="5590787"/>
                  <a:pt x="8725064" y="5590787"/>
                </a:cubicBezTo>
                <a:cubicBezTo>
                  <a:pt x="8840815" y="5590787"/>
                  <a:pt x="8937472" y="5569083"/>
                  <a:pt x="9015035" y="5525677"/>
                </a:cubicBezTo>
                <a:cubicBezTo>
                  <a:pt x="9092598" y="5482270"/>
                  <a:pt x="9151897" y="5421548"/>
                  <a:pt x="9192931" y="5343511"/>
                </a:cubicBezTo>
                <a:cubicBezTo>
                  <a:pt x="9233966" y="5265474"/>
                  <a:pt x="9254483" y="5165496"/>
                  <a:pt x="9254483" y="5043579"/>
                </a:cubicBezTo>
                <a:cubicBezTo>
                  <a:pt x="9254483" y="4875644"/>
                  <a:pt x="9207519" y="4745068"/>
                  <a:pt x="9113589" y="4651851"/>
                </a:cubicBezTo>
                <a:cubicBezTo>
                  <a:pt x="9019660" y="4558633"/>
                  <a:pt x="8885883" y="4512025"/>
                  <a:pt x="8712256" y="4512025"/>
                </a:cubicBezTo>
                <a:close/>
                <a:moveTo>
                  <a:pt x="9797424" y="3047616"/>
                </a:moveTo>
                <a:lnTo>
                  <a:pt x="9912567" y="3422621"/>
                </a:lnTo>
                <a:lnTo>
                  <a:pt x="9683482" y="3422621"/>
                </a:lnTo>
                <a:close/>
                <a:moveTo>
                  <a:pt x="10473707" y="2777214"/>
                </a:moveTo>
                <a:lnTo>
                  <a:pt x="10473707" y="3820397"/>
                </a:lnTo>
                <a:lnTo>
                  <a:pt x="10776841" y="3820397"/>
                </a:lnTo>
                <a:lnTo>
                  <a:pt x="10776841" y="3247616"/>
                </a:lnTo>
                <a:lnTo>
                  <a:pt x="11167501" y="3820397"/>
                </a:lnTo>
                <a:lnTo>
                  <a:pt x="11471348" y="3820397"/>
                </a:lnTo>
                <a:lnTo>
                  <a:pt x="11471348" y="2777214"/>
                </a:lnTo>
                <a:lnTo>
                  <a:pt x="11167501" y="2777214"/>
                </a:lnTo>
                <a:lnTo>
                  <a:pt x="11167501" y="3354354"/>
                </a:lnTo>
                <a:lnTo>
                  <a:pt x="10774707" y="2777214"/>
                </a:lnTo>
                <a:close/>
                <a:moveTo>
                  <a:pt x="9625577" y="2777214"/>
                </a:moveTo>
                <a:lnTo>
                  <a:pt x="9233494" y="3820397"/>
                </a:lnTo>
                <a:lnTo>
                  <a:pt x="9562624" y="3820397"/>
                </a:lnTo>
                <a:lnTo>
                  <a:pt x="9613469" y="3648194"/>
                </a:lnTo>
                <a:lnTo>
                  <a:pt x="9979434" y="3648194"/>
                </a:lnTo>
                <a:lnTo>
                  <a:pt x="10031625" y="3820397"/>
                </a:lnTo>
                <a:lnTo>
                  <a:pt x="10369183" y="3820397"/>
                </a:lnTo>
                <a:lnTo>
                  <a:pt x="9977188" y="2777214"/>
                </a:lnTo>
                <a:close/>
                <a:moveTo>
                  <a:pt x="7962939" y="2777214"/>
                </a:moveTo>
                <a:lnTo>
                  <a:pt x="7962939" y="3820397"/>
                </a:lnTo>
                <a:lnTo>
                  <a:pt x="8226937" y="3820397"/>
                </a:lnTo>
                <a:lnTo>
                  <a:pt x="8226937" y="3024846"/>
                </a:lnTo>
                <a:lnTo>
                  <a:pt x="8429972" y="3820397"/>
                </a:lnTo>
                <a:lnTo>
                  <a:pt x="8668931" y="3820397"/>
                </a:lnTo>
                <a:lnTo>
                  <a:pt x="8872344" y="3024846"/>
                </a:lnTo>
                <a:lnTo>
                  <a:pt x="8872344" y="3820397"/>
                </a:lnTo>
                <a:lnTo>
                  <a:pt x="9136341" y="3820397"/>
                </a:lnTo>
                <a:lnTo>
                  <a:pt x="9136341" y="2777214"/>
                </a:lnTo>
                <a:lnTo>
                  <a:pt x="8712671" y="2777214"/>
                </a:lnTo>
                <a:lnTo>
                  <a:pt x="8550352" y="3411948"/>
                </a:lnTo>
                <a:lnTo>
                  <a:pt x="8386865" y="2777214"/>
                </a:lnTo>
                <a:close/>
                <a:moveTo>
                  <a:pt x="10874389" y="1260861"/>
                </a:moveTo>
                <a:lnTo>
                  <a:pt x="10954798" y="1260861"/>
                </a:lnTo>
                <a:cubicBezTo>
                  <a:pt x="11038291" y="1260861"/>
                  <a:pt x="11098064" y="1281259"/>
                  <a:pt x="11134117" y="1322057"/>
                </a:cubicBezTo>
                <a:cubicBezTo>
                  <a:pt x="11170171" y="1362854"/>
                  <a:pt x="11188198" y="1438520"/>
                  <a:pt x="11188198" y="1549052"/>
                </a:cubicBezTo>
                <a:cubicBezTo>
                  <a:pt x="11188198" y="1632545"/>
                  <a:pt x="11180133" y="1692911"/>
                  <a:pt x="11164004" y="1730151"/>
                </a:cubicBezTo>
                <a:cubicBezTo>
                  <a:pt x="11147875" y="1767390"/>
                  <a:pt x="11125579" y="1793482"/>
                  <a:pt x="11097115" y="1808425"/>
                </a:cubicBezTo>
                <a:cubicBezTo>
                  <a:pt x="11068651" y="1823368"/>
                  <a:pt x="11020738" y="1830840"/>
                  <a:pt x="10953375" y="1830840"/>
                </a:cubicBezTo>
                <a:lnTo>
                  <a:pt x="10874389" y="1830840"/>
                </a:lnTo>
                <a:close/>
                <a:moveTo>
                  <a:pt x="9740914" y="1260861"/>
                </a:moveTo>
                <a:lnTo>
                  <a:pt x="9821323" y="1260861"/>
                </a:lnTo>
                <a:cubicBezTo>
                  <a:pt x="9904816" y="1260861"/>
                  <a:pt x="9964589" y="1281259"/>
                  <a:pt x="10000642" y="1322057"/>
                </a:cubicBezTo>
                <a:cubicBezTo>
                  <a:pt x="10036696" y="1362854"/>
                  <a:pt x="10054723" y="1438520"/>
                  <a:pt x="10054723" y="1549052"/>
                </a:cubicBezTo>
                <a:cubicBezTo>
                  <a:pt x="10054723" y="1632545"/>
                  <a:pt x="10046658" y="1692911"/>
                  <a:pt x="10030529" y="1730151"/>
                </a:cubicBezTo>
                <a:cubicBezTo>
                  <a:pt x="10014400" y="1767390"/>
                  <a:pt x="9992103" y="1793482"/>
                  <a:pt x="9963640" y="1808425"/>
                </a:cubicBezTo>
                <a:cubicBezTo>
                  <a:pt x="9935177" y="1823368"/>
                  <a:pt x="9887263" y="1830840"/>
                  <a:pt x="9819900" y="1830840"/>
                </a:cubicBezTo>
                <a:lnTo>
                  <a:pt x="9740914" y="1830840"/>
                </a:lnTo>
                <a:close/>
                <a:moveTo>
                  <a:pt x="8702019" y="1250898"/>
                </a:moveTo>
                <a:cubicBezTo>
                  <a:pt x="8769857" y="1250898"/>
                  <a:pt x="8823582" y="1273551"/>
                  <a:pt x="8863193" y="1318855"/>
                </a:cubicBezTo>
                <a:cubicBezTo>
                  <a:pt x="8902805" y="1364159"/>
                  <a:pt x="8922611" y="1435910"/>
                  <a:pt x="8922611" y="1534109"/>
                </a:cubicBezTo>
                <a:cubicBezTo>
                  <a:pt x="8922611" y="1650809"/>
                  <a:pt x="8903635" y="1731692"/>
                  <a:pt x="8865684" y="1776759"/>
                </a:cubicBezTo>
                <a:cubicBezTo>
                  <a:pt x="8827733" y="1821826"/>
                  <a:pt x="8774127" y="1844360"/>
                  <a:pt x="8704866" y="1844360"/>
                </a:cubicBezTo>
                <a:cubicBezTo>
                  <a:pt x="8637502" y="1844360"/>
                  <a:pt x="8584252" y="1821352"/>
                  <a:pt x="8545115" y="1775336"/>
                </a:cubicBezTo>
                <a:cubicBezTo>
                  <a:pt x="8505978" y="1729320"/>
                  <a:pt x="8486409" y="1653655"/>
                  <a:pt x="8486409" y="1548341"/>
                </a:cubicBezTo>
                <a:cubicBezTo>
                  <a:pt x="8486409" y="1442077"/>
                  <a:pt x="8506096" y="1365938"/>
                  <a:pt x="8545471" y="1319922"/>
                </a:cubicBezTo>
                <a:cubicBezTo>
                  <a:pt x="8584845" y="1273906"/>
                  <a:pt x="8637028" y="1250898"/>
                  <a:pt x="8702019" y="1250898"/>
                </a:cubicBezTo>
                <a:close/>
                <a:moveTo>
                  <a:pt x="10552041" y="1024614"/>
                </a:moveTo>
                <a:lnTo>
                  <a:pt x="10552041" y="2067797"/>
                </a:lnTo>
                <a:lnTo>
                  <a:pt x="11030937" y="2067797"/>
                </a:lnTo>
                <a:cubicBezTo>
                  <a:pt x="11088339" y="2067797"/>
                  <a:pt x="11152381" y="2058310"/>
                  <a:pt x="11223065" y="2039334"/>
                </a:cubicBezTo>
                <a:cubicBezTo>
                  <a:pt x="11274774" y="2025577"/>
                  <a:pt x="11323161" y="1997943"/>
                  <a:pt x="11368229" y="1956434"/>
                </a:cubicBezTo>
                <a:cubicBezTo>
                  <a:pt x="11413296" y="1914925"/>
                  <a:pt x="11448519" y="1863454"/>
                  <a:pt x="11473899" y="1802020"/>
                </a:cubicBezTo>
                <a:cubicBezTo>
                  <a:pt x="11499279" y="1740587"/>
                  <a:pt x="11511969" y="1654130"/>
                  <a:pt x="11511969" y="1542648"/>
                </a:cubicBezTo>
                <a:cubicBezTo>
                  <a:pt x="11511969" y="1471490"/>
                  <a:pt x="11503429" y="1404126"/>
                  <a:pt x="11486351" y="1340558"/>
                </a:cubicBezTo>
                <a:cubicBezTo>
                  <a:pt x="11469273" y="1276990"/>
                  <a:pt x="11441759" y="1221249"/>
                  <a:pt x="11403808" y="1173335"/>
                </a:cubicBezTo>
                <a:cubicBezTo>
                  <a:pt x="11365857" y="1125422"/>
                  <a:pt x="11317825" y="1088657"/>
                  <a:pt x="11259712" y="1063040"/>
                </a:cubicBezTo>
                <a:cubicBezTo>
                  <a:pt x="11201599" y="1037423"/>
                  <a:pt x="11125341" y="1024614"/>
                  <a:pt x="11030937" y="1024614"/>
                </a:cubicBezTo>
                <a:close/>
                <a:moveTo>
                  <a:pt x="9418566" y="1024614"/>
                </a:moveTo>
                <a:lnTo>
                  <a:pt x="9418566" y="2067797"/>
                </a:lnTo>
                <a:lnTo>
                  <a:pt x="9897463" y="2067797"/>
                </a:lnTo>
                <a:cubicBezTo>
                  <a:pt x="9954864" y="2067797"/>
                  <a:pt x="10018906" y="2058310"/>
                  <a:pt x="10089591" y="2039334"/>
                </a:cubicBezTo>
                <a:cubicBezTo>
                  <a:pt x="10141299" y="2025577"/>
                  <a:pt x="10189687" y="1997943"/>
                  <a:pt x="10234754" y="1956434"/>
                </a:cubicBezTo>
                <a:cubicBezTo>
                  <a:pt x="10279821" y="1914925"/>
                  <a:pt x="10315044" y="1863454"/>
                  <a:pt x="10340424" y="1802020"/>
                </a:cubicBezTo>
                <a:cubicBezTo>
                  <a:pt x="10365804" y="1740587"/>
                  <a:pt x="10378494" y="1654130"/>
                  <a:pt x="10378494" y="1542648"/>
                </a:cubicBezTo>
                <a:cubicBezTo>
                  <a:pt x="10378494" y="1471490"/>
                  <a:pt x="10369955" y="1404126"/>
                  <a:pt x="10352877" y="1340558"/>
                </a:cubicBezTo>
                <a:cubicBezTo>
                  <a:pt x="10335799" y="1276990"/>
                  <a:pt x="10308284" y="1221249"/>
                  <a:pt x="10270333" y="1173335"/>
                </a:cubicBezTo>
                <a:cubicBezTo>
                  <a:pt x="10232382" y="1125422"/>
                  <a:pt x="10184350" y="1088657"/>
                  <a:pt x="10126237" y="1063040"/>
                </a:cubicBezTo>
                <a:cubicBezTo>
                  <a:pt x="10068124" y="1037423"/>
                  <a:pt x="9991866" y="1024614"/>
                  <a:pt x="9897463" y="1024614"/>
                </a:cubicBezTo>
                <a:close/>
                <a:moveTo>
                  <a:pt x="8702731" y="1006825"/>
                </a:moveTo>
                <a:cubicBezTo>
                  <a:pt x="8533374" y="1006825"/>
                  <a:pt x="8401256" y="1054264"/>
                  <a:pt x="8306378" y="1149142"/>
                </a:cubicBezTo>
                <a:cubicBezTo>
                  <a:pt x="8211501" y="1244020"/>
                  <a:pt x="8164062" y="1376612"/>
                  <a:pt x="8164062" y="1546917"/>
                </a:cubicBezTo>
                <a:cubicBezTo>
                  <a:pt x="8164062" y="1668836"/>
                  <a:pt x="8188018" y="1770355"/>
                  <a:pt x="8235932" y="1851476"/>
                </a:cubicBezTo>
                <a:cubicBezTo>
                  <a:pt x="8283845" y="1932596"/>
                  <a:pt x="8346346" y="1991895"/>
                  <a:pt x="8423434" y="2029372"/>
                </a:cubicBezTo>
                <a:cubicBezTo>
                  <a:pt x="8500522" y="2066848"/>
                  <a:pt x="8597891" y="2085587"/>
                  <a:pt x="8715539" y="2085587"/>
                </a:cubicBezTo>
                <a:cubicBezTo>
                  <a:pt x="8831291" y="2085587"/>
                  <a:pt x="8927947" y="2063884"/>
                  <a:pt x="9005510" y="2020477"/>
                </a:cubicBezTo>
                <a:cubicBezTo>
                  <a:pt x="9083073" y="1977070"/>
                  <a:pt x="9142371" y="1916348"/>
                  <a:pt x="9183406" y="1838311"/>
                </a:cubicBezTo>
                <a:cubicBezTo>
                  <a:pt x="9224441" y="1760274"/>
                  <a:pt x="9244958" y="1660296"/>
                  <a:pt x="9244958" y="1538379"/>
                </a:cubicBezTo>
                <a:cubicBezTo>
                  <a:pt x="9244958" y="1370444"/>
                  <a:pt x="9197994" y="1239869"/>
                  <a:pt x="9104065" y="1146651"/>
                </a:cubicBezTo>
                <a:cubicBezTo>
                  <a:pt x="9010135" y="1053434"/>
                  <a:pt x="8876357" y="1006825"/>
                  <a:pt x="8702731" y="1006825"/>
                </a:cubicBezTo>
                <a:close/>
                <a:moveTo>
                  <a:pt x="0" y="0"/>
                </a:moveTo>
                <a:lnTo>
                  <a:pt x="12017829" y="0"/>
                </a:lnTo>
                <a:lnTo>
                  <a:pt x="12017829" y="6762875"/>
                </a:lnTo>
                <a:lnTo>
                  <a:pt x="0" y="6762875"/>
                </a:lnTo>
                <a:close/>
              </a:path>
            </a:pathLst>
          </a:cu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grpSp>
        <p:nvGrpSpPr>
          <p:cNvPr id="9" name="Group 8">
            <a:extLst>
              <a:ext uri="{FF2B5EF4-FFF2-40B4-BE49-F238E27FC236}">
                <a16:creationId xmlns:a16="http://schemas.microsoft.com/office/drawing/2014/main" id="{BEB3E374-4391-2F95-B2BA-249F6166F390}"/>
              </a:ext>
            </a:extLst>
          </p:cNvPr>
          <p:cNvGrpSpPr/>
          <p:nvPr/>
        </p:nvGrpSpPr>
        <p:grpSpPr>
          <a:xfrm>
            <a:off x="451300" y="261475"/>
            <a:ext cx="4872780" cy="1415978"/>
            <a:chOff x="7831334" y="751648"/>
            <a:chExt cx="3205261" cy="929512"/>
          </a:xfrm>
          <a:noFill/>
        </p:grpSpPr>
        <p:sp>
          <p:nvSpPr>
            <p:cNvPr id="10" name="Thought Bubble: Cloud 9">
              <a:extLst>
                <a:ext uri="{FF2B5EF4-FFF2-40B4-BE49-F238E27FC236}">
                  <a16:creationId xmlns:a16="http://schemas.microsoft.com/office/drawing/2014/main" id="{FA49EF02-4338-719F-3462-BB1AEFD235CB}"/>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11" name="TextBox 10">
              <a:extLst>
                <a:ext uri="{FF2B5EF4-FFF2-40B4-BE49-F238E27FC236}">
                  <a16:creationId xmlns:a16="http://schemas.microsoft.com/office/drawing/2014/main" id="{1E250838-7302-0CF6-4F1E-40E5859EFFE6}"/>
                </a:ext>
                <a:ext uri="{C183D7F6-B498-43B3-948B-1728B52AA6E4}">
                  <adec:decorative xmlns="" xmlns:adec="http://schemas.microsoft.com/office/drawing/2017/decorative" val="0"/>
                </a:ext>
              </a:extLst>
            </p:cNvPr>
            <p:cNvSpPr txBox="1"/>
            <p:nvPr/>
          </p:nvSpPr>
          <p:spPr>
            <a:xfrm>
              <a:off x="8195910" y="823374"/>
              <a:ext cx="2653686" cy="606115"/>
            </a:xfrm>
            <a:prstGeom prst="rect">
              <a:avLst/>
            </a:prstGeom>
            <a:grpFill/>
          </p:spPr>
          <p:txBody>
            <a:bodyPr wrap="square" rtlCol="0">
              <a:spAutoFit/>
            </a:bodyPr>
            <a:lstStyle/>
            <a:p>
              <a:r>
                <a:rPr lang="en-US" sz="5400" dirty="0">
                  <a:latin typeface="Algerian" panose="04020705040A02060702" pitchFamily="82" charset="0"/>
                </a:rPr>
                <a:t>Definition</a:t>
              </a:r>
            </a:p>
          </p:txBody>
        </p:sp>
      </p:grpSp>
      <p:grpSp>
        <p:nvGrpSpPr>
          <p:cNvPr id="16" name="Group 15">
            <a:extLst>
              <a:ext uri="{FF2B5EF4-FFF2-40B4-BE49-F238E27FC236}">
                <a16:creationId xmlns:a16="http://schemas.microsoft.com/office/drawing/2014/main" id="{5438C61A-101F-44BB-FB44-53191C9C5BFB}"/>
              </a:ext>
            </a:extLst>
          </p:cNvPr>
          <p:cNvGrpSpPr/>
          <p:nvPr/>
        </p:nvGrpSpPr>
        <p:grpSpPr>
          <a:xfrm>
            <a:off x="2669526" y="2234330"/>
            <a:ext cx="9159195" cy="3107365"/>
            <a:chOff x="1611586" y="2125066"/>
            <a:chExt cx="9159195" cy="3107365"/>
          </a:xfrm>
          <a:noFill/>
        </p:grpSpPr>
        <p:sp>
          <p:nvSpPr>
            <p:cNvPr id="5" name="Speech Bubble: Rectangle with Corners Rounded 4">
              <a:extLst>
                <a:ext uri="{FF2B5EF4-FFF2-40B4-BE49-F238E27FC236}">
                  <a16:creationId xmlns:a16="http://schemas.microsoft.com/office/drawing/2014/main" id="{2EE06A67-39B0-09F5-279F-770ACA622742}"/>
                </a:ext>
              </a:extLst>
            </p:cNvPr>
            <p:cNvSpPr/>
            <p:nvPr/>
          </p:nvSpPr>
          <p:spPr>
            <a:xfrm flipH="1">
              <a:off x="1611586" y="2125066"/>
              <a:ext cx="9159195" cy="3107365"/>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15" name="TextBox 14">
              <a:extLst>
                <a:ext uri="{FF2B5EF4-FFF2-40B4-BE49-F238E27FC236}">
                  <a16:creationId xmlns:a16="http://schemas.microsoft.com/office/drawing/2014/main" id="{E124755F-BCF0-D370-CB81-A7749789257E}"/>
                </a:ext>
              </a:extLst>
            </p:cNvPr>
            <p:cNvSpPr txBox="1"/>
            <p:nvPr/>
          </p:nvSpPr>
          <p:spPr>
            <a:xfrm>
              <a:off x="2009555" y="2247587"/>
              <a:ext cx="8431618" cy="2862322"/>
            </a:xfrm>
            <a:prstGeom prst="rect">
              <a:avLst/>
            </a:prstGeom>
            <a:grpFill/>
          </p:spPr>
          <p:txBody>
            <a:bodyPr wrap="square">
              <a:spAutoFit/>
            </a:bodyPr>
            <a:lstStyle/>
            <a:p>
              <a:pPr marL="0" indent="0">
                <a:spcBef>
                  <a:spcPts val="0"/>
                </a:spcBef>
                <a:buClr>
                  <a:schemeClr val="dk1"/>
                </a:buClr>
                <a:buSzPts val="3200"/>
                <a:buNone/>
              </a:pPr>
              <a:r>
                <a:rPr lang="en-US" sz="3600" dirty="0">
                  <a:latin typeface="Times New Roman" panose="02020603050405020304" pitchFamily="18" charset="0"/>
                  <a:ea typeface="Calibri Light" panose="020F0302020204030204" pitchFamily="34" charset="0"/>
                  <a:cs typeface="Times New Roman" panose="02020603050405020304" pitchFamily="18" charset="0"/>
                </a:rPr>
                <a:t>Odd Man out means, you will have series of numbers or words in that you need to find out one word or number which is not suitable for that group. You need to complete the series also.</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248"/>
        <p:cNvGrpSpPr/>
        <p:nvPr/>
      </p:nvGrpSpPr>
      <p:grpSpPr>
        <a:xfrm>
          <a:off x="0" y="0"/>
          <a:ext cx="0" cy="0"/>
          <a:chOff x="0" y="0"/>
          <a:chExt cx="0" cy="0"/>
        </a:xfrm>
      </p:grpSpPr>
      <p:sp>
        <p:nvSpPr>
          <p:cNvPr id="249" name="Google Shape;249;p43"/>
          <p:cNvSpPr txBox="1">
            <a:spLocks noGrp="1"/>
          </p:cNvSpPr>
          <p:nvPr>
            <p:ph idx="1"/>
          </p:nvPr>
        </p:nvSpPr>
        <p:spPr>
          <a:xfrm>
            <a:off x="315686" y="174172"/>
            <a:ext cx="8229600" cy="4746171"/>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ea typeface="Times New Roman"/>
                <a:cs typeface="Times New Roman"/>
                <a:sym typeface="Times New Roman"/>
              </a:rPr>
              <a:t>1) Select the odd one out</a:t>
            </a:r>
            <a:endParaRPr sz="2800" dirty="0"/>
          </a:p>
          <a:p>
            <a:pPr marL="0" indent="0">
              <a:lnSpc>
                <a:spcPct val="150000"/>
              </a:lnSpc>
              <a:spcBef>
                <a:spcPts val="560"/>
              </a:spcBef>
              <a:buClr>
                <a:schemeClr val="dk1"/>
              </a:buClr>
              <a:buSzPts val="2800"/>
              <a:buNone/>
            </a:pPr>
            <a:r>
              <a:rPr lang="en-US" sz="3600" dirty="0">
                <a:latin typeface="Times New Roman"/>
                <a:ea typeface="Times New Roman"/>
                <a:cs typeface="Times New Roman"/>
                <a:sym typeface="Times New Roman"/>
              </a:rPr>
              <a:t>A. Geometry</a:t>
            </a:r>
            <a:endParaRPr sz="2800" dirty="0"/>
          </a:p>
          <a:p>
            <a:pPr marL="0" indent="0">
              <a:lnSpc>
                <a:spcPct val="150000"/>
              </a:lnSpc>
              <a:spcBef>
                <a:spcPts val="560"/>
              </a:spcBef>
              <a:buClr>
                <a:schemeClr val="dk1"/>
              </a:buClr>
              <a:buSzPts val="2800"/>
              <a:buNone/>
            </a:pPr>
            <a:r>
              <a:rPr lang="en-US" sz="3600" dirty="0">
                <a:latin typeface="Times New Roman"/>
                <a:ea typeface="Times New Roman"/>
                <a:cs typeface="Times New Roman"/>
                <a:sym typeface="Times New Roman"/>
              </a:rPr>
              <a:t>B. Algebra</a:t>
            </a:r>
            <a:endParaRPr sz="2800" dirty="0"/>
          </a:p>
          <a:p>
            <a:pPr marL="0" indent="0">
              <a:lnSpc>
                <a:spcPct val="150000"/>
              </a:lnSpc>
              <a:spcBef>
                <a:spcPts val="560"/>
              </a:spcBef>
              <a:buClr>
                <a:schemeClr val="dk1"/>
              </a:buClr>
              <a:buSzPts val="2800"/>
              <a:buNone/>
            </a:pPr>
            <a:r>
              <a:rPr lang="en-US" sz="3600" dirty="0">
                <a:latin typeface="Times New Roman"/>
                <a:ea typeface="Times New Roman"/>
                <a:cs typeface="Times New Roman"/>
                <a:sym typeface="Times New Roman"/>
              </a:rPr>
              <a:t>C. Calculus</a:t>
            </a:r>
            <a:endParaRPr sz="2800" dirty="0"/>
          </a:p>
          <a:p>
            <a:pPr marL="0" indent="0">
              <a:lnSpc>
                <a:spcPct val="150000"/>
              </a:lnSpc>
              <a:spcBef>
                <a:spcPts val="560"/>
              </a:spcBef>
              <a:buClr>
                <a:schemeClr val="dk1"/>
              </a:buClr>
              <a:buSzPts val="2800"/>
              <a:buNone/>
            </a:pPr>
            <a:r>
              <a:rPr lang="en-US" sz="3600" dirty="0">
                <a:latin typeface="Times New Roman"/>
                <a:ea typeface="Times New Roman"/>
                <a:cs typeface="Times New Roman"/>
                <a:sym typeface="Times New Roman"/>
              </a:rPr>
              <a:t>D. Thermodynamics</a:t>
            </a:r>
            <a:endParaRPr sz="2800" dirty="0">
              <a:latin typeface="Times New Roman"/>
              <a:ea typeface="Times New Roman"/>
              <a:cs typeface="Times New Roman"/>
              <a:sym typeface="Times New Roman"/>
            </a:endParaRPr>
          </a:p>
        </p:txBody>
      </p:sp>
      <p:grpSp>
        <p:nvGrpSpPr>
          <p:cNvPr id="6" name="Group 5">
            <a:extLst>
              <a:ext uri="{FF2B5EF4-FFF2-40B4-BE49-F238E27FC236}">
                <a16:creationId xmlns:a16="http://schemas.microsoft.com/office/drawing/2014/main" id="{93A3CD86-C497-B90A-C706-D8FEF2CE3010}"/>
              </a:ext>
            </a:extLst>
          </p:cNvPr>
          <p:cNvGrpSpPr/>
          <p:nvPr/>
        </p:nvGrpSpPr>
        <p:grpSpPr>
          <a:xfrm>
            <a:off x="6009675" y="3091543"/>
            <a:ext cx="5943598" cy="3657600"/>
            <a:chOff x="5584373" y="2743199"/>
            <a:chExt cx="5943598" cy="3657600"/>
          </a:xfrm>
        </p:grpSpPr>
        <p:pic>
          <p:nvPicPr>
            <p:cNvPr id="3" name="Picture 2">
              <a:extLst>
                <a:ext uri="{FF2B5EF4-FFF2-40B4-BE49-F238E27FC236}">
                  <a16:creationId xmlns:a16="http://schemas.microsoft.com/office/drawing/2014/main" id="{E70D2171-EA3D-3422-0D71-E77B0789DD4C}"/>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38829B0A-A686-14CA-2056-CF94E34E3744}"/>
                </a:ext>
              </a:extLst>
            </p:cNvPr>
            <p:cNvSpPr txBox="1"/>
            <p:nvPr/>
          </p:nvSpPr>
          <p:spPr>
            <a:xfrm>
              <a:off x="7162801" y="2962822"/>
              <a:ext cx="4365170" cy="1384995"/>
            </a:xfrm>
            <a:prstGeom prst="rect">
              <a:avLst/>
            </a:prstGeom>
            <a:noFill/>
          </p:spPr>
          <p:txBody>
            <a:bodyPr wrap="square" rtlCol="0">
              <a:spAutoFit/>
            </a:bodyPr>
            <a:lstStyle/>
            <a:p>
              <a:r>
                <a:rPr lang="en-US" sz="2800" dirty="0">
                  <a:solidFill>
                    <a:srgbClr val="00B0F0"/>
                  </a:solidFill>
                  <a:latin typeface="Times New Roman" panose="02020603050405020304" pitchFamily="18" charset="0"/>
                  <a:ea typeface="Times New Roman"/>
                  <a:cs typeface="Times New Roman" panose="02020603050405020304" pitchFamily="18" charset="0"/>
                  <a:sym typeface="Times New Roman"/>
                </a:rPr>
                <a:t>D. Thermodynamics</a:t>
              </a:r>
            </a:p>
            <a:p>
              <a:r>
                <a:rPr lang="en-GB" sz="2800" dirty="0">
                  <a:latin typeface="Times New Roman" panose="02020603050405020304" pitchFamily="18" charset="0"/>
                  <a:cs typeface="Times New Roman" panose="02020603050405020304" pitchFamily="18" charset="0"/>
                </a:rPr>
                <a:t>All except Thermodynamics are topics of Mathematics.</a:t>
              </a:r>
            </a:p>
          </p:txBody>
        </p:sp>
        <p:sp>
          <p:nvSpPr>
            <p:cNvPr id="5" name="Speech Bubble: Rectangle with Corners Rounded 4">
              <a:extLst>
                <a:ext uri="{FF2B5EF4-FFF2-40B4-BE49-F238E27FC236}">
                  <a16:creationId xmlns:a16="http://schemas.microsoft.com/office/drawing/2014/main" id="{4136FAF1-7F8C-7D36-69EC-0892321F325A}"/>
                </a:ext>
              </a:extLst>
            </p:cNvPr>
            <p:cNvSpPr/>
            <p:nvPr/>
          </p:nvSpPr>
          <p:spPr>
            <a:xfrm>
              <a:off x="7064829" y="2743199"/>
              <a:ext cx="4463142" cy="178525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258"/>
        <p:cNvGrpSpPr/>
        <p:nvPr/>
      </p:nvGrpSpPr>
      <p:grpSpPr>
        <a:xfrm>
          <a:off x="0" y="0"/>
          <a:ext cx="0" cy="0"/>
          <a:chOff x="0" y="0"/>
          <a:chExt cx="0" cy="0"/>
        </a:xfrm>
      </p:grpSpPr>
      <p:sp>
        <p:nvSpPr>
          <p:cNvPr id="259" name="Google Shape;259;p45"/>
          <p:cNvSpPr txBox="1">
            <a:spLocks noGrp="1"/>
          </p:cNvSpPr>
          <p:nvPr>
            <p:ph idx="1"/>
          </p:nvPr>
        </p:nvSpPr>
        <p:spPr>
          <a:xfrm>
            <a:off x="315685" y="206830"/>
            <a:ext cx="6128658" cy="5364163"/>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2)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A. Spoon</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B. Sword</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C. Knife</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D. Fork</a:t>
            </a:r>
            <a:endParaRPr sz="3600" dirty="0">
              <a:latin typeface="Times New Roman"/>
              <a:cs typeface="Times New Roman"/>
            </a:endParaRPr>
          </a:p>
        </p:txBody>
      </p:sp>
      <p:grpSp>
        <p:nvGrpSpPr>
          <p:cNvPr id="2" name="Group 1">
            <a:extLst>
              <a:ext uri="{FF2B5EF4-FFF2-40B4-BE49-F238E27FC236}">
                <a16:creationId xmlns:a16="http://schemas.microsoft.com/office/drawing/2014/main" id="{5A00DD75-7CBF-021E-E333-ADDF51C3DCB9}"/>
              </a:ext>
            </a:extLst>
          </p:cNvPr>
          <p:cNvGrpSpPr/>
          <p:nvPr/>
        </p:nvGrpSpPr>
        <p:grpSpPr>
          <a:xfrm>
            <a:off x="5988410" y="3094073"/>
            <a:ext cx="5943598" cy="3657600"/>
            <a:chOff x="5584373" y="2743199"/>
            <a:chExt cx="5943598" cy="3657600"/>
          </a:xfrm>
        </p:grpSpPr>
        <p:pic>
          <p:nvPicPr>
            <p:cNvPr id="3" name="Picture 2">
              <a:extLst>
                <a:ext uri="{FF2B5EF4-FFF2-40B4-BE49-F238E27FC236}">
                  <a16:creationId xmlns:a16="http://schemas.microsoft.com/office/drawing/2014/main" id="{A5DBA1A5-F175-E16C-4014-269025EB14BB}"/>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8991C96E-E704-1276-ED2A-2EFCD98C2127}"/>
                </a:ext>
              </a:extLst>
            </p:cNvPr>
            <p:cNvSpPr txBox="1"/>
            <p:nvPr/>
          </p:nvSpPr>
          <p:spPr>
            <a:xfrm>
              <a:off x="7162801" y="2962822"/>
              <a:ext cx="4365170" cy="1877437"/>
            </a:xfrm>
            <a:prstGeom prst="rect">
              <a:avLst/>
            </a:prstGeom>
            <a:noFill/>
          </p:spPr>
          <p:txBody>
            <a:bodyPr wrap="square" rtlCol="0">
              <a:spAutoFit/>
            </a:bodyPr>
            <a:lstStyle/>
            <a:p>
              <a:r>
                <a:rPr lang="en-US" sz="2800" dirty="0">
                  <a:solidFill>
                    <a:srgbClr val="00B0F0"/>
                  </a:solidFill>
                  <a:latin typeface="Times New Roman" panose="02020603050405020304" pitchFamily="18" charset="0"/>
                  <a:cs typeface="Times New Roman" panose="02020603050405020304" pitchFamily="18" charset="0"/>
                </a:rPr>
                <a:t>B. Sword</a:t>
              </a:r>
            </a:p>
            <a:p>
              <a:r>
                <a:rPr lang="en-GB" sz="2800" dirty="0">
                  <a:latin typeface="Times New Roman" panose="02020603050405020304" pitchFamily="18" charset="0"/>
                  <a:cs typeface="Times New Roman" panose="02020603050405020304" pitchFamily="18" charset="0"/>
                </a:rPr>
                <a:t>All except sword are used in kitchen</a:t>
              </a:r>
            </a:p>
            <a:p>
              <a:endParaRPr lang="en-US" sz="2800" dirty="0">
                <a:latin typeface="Times New Roman" panose="02020603050405020304" pitchFamily="18" charset="0"/>
                <a:ea typeface="Times New Roman"/>
                <a:cs typeface="Times New Roman" panose="02020603050405020304" pitchFamily="18" charset="0"/>
                <a:sym typeface="Times New Roman"/>
              </a:endParaRPr>
            </a:p>
          </p:txBody>
        </p:sp>
        <p:sp>
          <p:nvSpPr>
            <p:cNvPr id="5" name="Speech Bubble: Rectangle with Corners Rounded 4">
              <a:extLst>
                <a:ext uri="{FF2B5EF4-FFF2-40B4-BE49-F238E27FC236}">
                  <a16:creationId xmlns:a16="http://schemas.microsoft.com/office/drawing/2014/main" id="{1D8A5E58-CB81-D6A7-8A0C-BFCADC0D0C51}"/>
                </a:ext>
              </a:extLst>
            </p:cNvPr>
            <p:cNvSpPr/>
            <p:nvPr/>
          </p:nvSpPr>
          <p:spPr>
            <a:xfrm>
              <a:off x="7064829" y="2743199"/>
              <a:ext cx="4463142" cy="178525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269"/>
        <p:cNvGrpSpPr/>
        <p:nvPr/>
      </p:nvGrpSpPr>
      <p:grpSpPr>
        <a:xfrm>
          <a:off x="0" y="0"/>
          <a:ext cx="0" cy="0"/>
          <a:chOff x="0" y="0"/>
          <a:chExt cx="0" cy="0"/>
        </a:xfrm>
      </p:grpSpPr>
      <p:sp>
        <p:nvSpPr>
          <p:cNvPr id="270" name="Google Shape;270;p47"/>
          <p:cNvSpPr txBox="1">
            <a:spLocks noGrp="1"/>
          </p:cNvSpPr>
          <p:nvPr>
            <p:ph idx="1"/>
          </p:nvPr>
        </p:nvSpPr>
        <p:spPr>
          <a:xfrm>
            <a:off x="217714" y="141517"/>
            <a:ext cx="5649686" cy="5364163"/>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3)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A. Cat</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B. Dog</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C. Fox</a:t>
            </a:r>
            <a:endParaRPr sz="3600" dirty="0">
              <a:latin typeface="Times New Roman"/>
              <a:cs typeface="Times New Roman"/>
            </a:endParaRPr>
          </a:p>
          <a:p>
            <a:pPr marL="0" indent="0">
              <a:lnSpc>
                <a:spcPct val="150000"/>
              </a:lnSpc>
              <a:spcBef>
                <a:spcPts val="560"/>
              </a:spcBef>
              <a:buClr>
                <a:schemeClr val="dk1"/>
              </a:buClr>
              <a:buSzPts val="2800"/>
              <a:buNone/>
            </a:pPr>
            <a:r>
              <a:rPr lang="en-US" sz="3600" dirty="0">
                <a:latin typeface="Times New Roman"/>
                <a:cs typeface="Times New Roman"/>
              </a:rPr>
              <a:t>D. Rabbit</a:t>
            </a:r>
            <a:endParaRPr sz="3600" dirty="0">
              <a:latin typeface="Times New Roman"/>
              <a:cs typeface="Times New Roman"/>
            </a:endParaRPr>
          </a:p>
        </p:txBody>
      </p:sp>
      <p:grpSp>
        <p:nvGrpSpPr>
          <p:cNvPr id="2" name="Group 1">
            <a:extLst>
              <a:ext uri="{FF2B5EF4-FFF2-40B4-BE49-F238E27FC236}">
                <a16:creationId xmlns:a16="http://schemas.microsoft.com/office/drawing/2014/main" id="{6D36296E-12E6-DBAC-B9BA-8BFE9A35882C}"/>
              </a:ext>
            </a:extLst>
          </p:cNvPr>
          <p:cNvGrpSpPr/>
          <p:nvPr/>
        </p:nvGrpSpPr>
        <p:grpSpPr>
          <a:xfrm>
            <a:off x="6524597" y="3534074"/>
            <a:ext cx="5362605" cy="3197347"/>
            <a:chOff x="5584373" y="3203452"/>
            <a:chExt cx="5362605" cy="3197347"/>
          </a:xfrm>
        </p:grpSpPr>
        <p:pic>
          <p:nvPicPr>
            <p:cNvPr id="3" name="Picture 2">
              <a:extLst>
                <a:ext uri="{FF2B5EF4-FFF2-40B4-BE49-F238E27FC236}">
                  <a16:creationId xmlns:a16="http://schemas.microsoft.com/office/drawing/2014/main" id="{79AB7CA1-89AE-33D9-ABBF-DAF354E46CEC}"/>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42210CE3-580F-16D8-A443-EB9E6E0EEC90}"/>
                </a:ext>
              </a:extLst>
            </p:cNvPr>
            <p:cNvSpPr txBox="1"/>
            <p:nvPr/>
          </p:nvSpPr>
          <p:spPr>
            <a:xfrm>
              <a:off x="7206344" y="3203452"/>
              <a:ext cx="3740634" cy="1169551"/>
            </a:xfrm>
            <a:prstGeom prst="rect">
              <a:avLst/>
            </a:prstGeom>
            <a:noFill/>
          </p:spPr>
          <p:txBody>
            <a:bodyPr wrap="square" rtlCol="0">
              <a:spAutoFit/>
            </a:bodyPr>
            <a:lstStyle/>
            <a:p>
              <a:pPr indent="0">
                <a:lnSpc>
                  <a:spcPct val="150000"/>
                </a:lnSpc>
                <a:spcBef>
                  <a:spcPts val="560"/>
                </a:spcBef>
                <a:buClr>
                  <a:schemeClr val="dk1"/>
                </a:buClr>
                <a:buSzPts val="2800"/>
                <a:buNone/>
              </a:pPr>
              <a:r>
                <a:rPr lang="en-US" sz="2800" dirty="0">
                  <a:solidFill>
                    <a:srgbClr val="00B0F0"/>
                  </a:solidFill>
                  <a:latin typeface="Times New Roman" panose="02020603050405020304" pitchFamily="18" charset="0"/>
                  <a:cs typeface="Times New Roman" panose="02020603050405020304" pitchFamily="18" charset="0"/>
                </a:rPr>
                <a:t>C. Fox</a:t>
              </a:r>
            </a:p>
            <a:p>
              <a:r>
                <a:rPr lang="en-US" sz="2800" dirty="0">
                  <a:latin typeface="Times New Roman" panose="02020603050405020304" pitchFamily="18" charset="0"/>
                  <a:cs typeface="Times New Roman" panose="02020603050405020304" pitchFamily="18" charset="0"/>
                </a:rPr>
                <a:t>Except fox rest are pets.</a:t>
              </a:r>
              <a:endParaRPr lang="en-US" sz="2800" dirty="0">
                <a:latin typeface="Times New Roman" panose="02020603050405020304" pitchFamily="18" charset="0"/>
                <a:cs typeface="Times New Roman" panose="02020603050405020304" pitchFamily="18" charset="0"/>
                <a:sym typeface="Times New Roman"/>
              </a:endParaRPr>
            </a:p>
          </p:txBody>
        </p:sp>
        <p:sp>
          <p:nvSpPr>
            <p:cNvPr id="5" name="Speech Bubble: Rectangle with Corners Rounded 4">
              <a:extLst>
                <a:ext uri="{FF2B5EF4-FFF2-40B4-BE49-F238E27FC236}">
                  <a16:creationId xmlns:a16="http://schemas.microsoft.com/office/drawing/2014/main" id="{ED803ABE-13DE-7B51-BFBA-CE88AAAA7F08}"/>
                </a:ext>
              </a:extLst>
            </p:cNvPr>
            <p:cNvSpPr/>
            <p:nvPr/>
          </p:nvSpPr>
          <p:spPr>
            <a:xfrm>
              <a:off x="7064829" y="3203452"/>
              <a:ext cx="3842657" cy="1325004"/>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299"/>
        <p:cNvGrpSpPr/>
        <p:nvPr/>
      </p:nvGrpSpPr>
      <p:grpSpPr>
        <a:xfrm>
          <a:off x="0" y="0"/>
          <a:ext cx="0" cy="0"/>
          <a:chOff x="0" y="0"/>
          <a:chExt cx="0" cy="0"/>
        </a:xfrm>
      </p:grpSpPr>
      <p:sp>
        <p:nvSpPr>
          <p:cNvPr id="300" name="Google Shape;300;p51"/>
          <p:cNvSpPr txBox="1">
            <a:spLocks noGrp="1"/>
          </p:cNvSpPr>
          <p:nvPr>
            <p:ph idx="1"/>
          </p:nvPr>
        </p:nvSpPr>
        <p:spPr>
          <a:xfrm>
            <a:off x="207881" y="0"/>
            <a:ext cx="5637748" cy="5364300"/>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4)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A. Sun</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B. Moon</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C. Universe</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D. Star</a:t>
            </a:r>
            <a:endParaRPr sz="3600" dirty="0">
              <a:latin typeface="Times New Roman"/>
              <a:cs typeface="Times New Roman"/>
            </a:endParaRPr>
          </a:p>
          <a:p>
            <a:pPr marL="0" indent="0">
              <a:lnSpc>
                <a:spcPct val="150000"/>
              </a:lnSpc>
              <a:spcBef>
                <a:spcPts val="640"/>
              </a:spcBef>
              <a:buClr>
                <a:schemeClr val="dk1"/>
              </a:buClr>
              <a:buSzPts val="2800"/>
              <a:buNone/>
            </a:pPr>
            <a:endParaRPr sz="3600" dirty="0">
              <a:latin typeface="Times New Roman"/>
              <a:cs typeface="Times New Roman"/>
              <a:sym typeface="Times New Roman"/>
            </a:endParaRPr>
          </a:p>
          <a:p>
            <a:pPr marL="0" indent="0">
              <a:spcBef>
                <a:spcPts val="640"/>
              </a:spcBef>
              <a:buClr>
                <a:schemeClr val="dk1"/>
              </a:buClr>
              <a:buSzPts val="3200"/>
              <a:buNone/>
            </a:pPr>
            <a:endParaRPr b="1" dirty="0">
              <a:latin typeface="Times New Roman"/>
              <a:ea typeface="Times New Roman"/>
              <a:cs typeface="Times New Roman"/>
              <a:sym typeface="Times New Roman"/>
            </a:endParaRPr>
          </a:p>
          <a:p>
            <a:pPr marL="0" indent="0">
              <a:spcBef>
                <a:spcPts val="640"/>
              </a:spcBef>
              <a:buClr>
                <a:schemeClr val="dk1"/>
              </a:buClr>
              <a:buSzPts val="3200"/>
              <a:buNone/>
            </a:pPr>
            <a:endParaRPr dirty="0">
              <a:latin typeface="Times New Roman"/>
              <a:ea typeface="Times New Roman"/>
              <a:cs typeface="Times New Roman"/>
              <a:sym typeface="Times New Roman"/>
            </a:endParaRPr>
          </a:p>
        </p:txBody>
      </p:sp>
      <p:grpSp>
        <p:nvGrpSpPr>
          <p:cNvPr id="2" name="Group 1">
            <a:extLst>
              <a:ext uri="{FF2B5EF4-FFF2-40B4-BE49-F238E27FC236}">
                <a16:creationId xmlns:a16="http://schemas.microsoft.com/office/drawing/2014/main" id="{00E4884B-8369-657A-61F0-530764EDB5B3}"/>
              </a:ext>
            </a:extLst>
          </p:cNvPr>
          <p:cNvGrpSpPr/>
          <p:nvPr/>
        </p:nvGrpSpPr>
        <p:grpSpPr>
          <a:xfrm>
            <a:off x="8008557" y="4103463"/>
            <a:ext cx="3975562" cy="2668211"/>
            <a:chOff x="5584373" y="3732588"/>
            <a:chExt cx="4040973" cy="2668211"/>
          </a:xfrm>
        </p:grpSpPr>
        <p:pic>
          <p:nvPicPr>
            <p:cNvPr id="3" name="Picture 2">
              <a:extLst>
                <a:ext uri="{FF2B5EF4-FFF2-40B4-BE49-F238E27FC236}">
                  <a16:creationId xmlns:a16="http://schemas.microsoft.com/office/drawing/2014/main" id="{D91BCD38-0F43-EADC-103D-62D147EC2EAC}"/>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90C1F460-8802-198C-406F-6FA70814E32A}"/>
                </a:ext>
              </a:extLst>
            </p:cNvPr>
            <p:cNvSpPr txBox="1"/>
            <p:nvPr/>
          </p:nvSpPr>
          <p:spPr>
            <a:xfrm>
              <a:off x="7271658" y="3732589"/>
              <a:ext cx="2353688" cy="661207"/>
            </a:xfrm>
            <a:prstGeom prst="rect">
              <a:avLst/>
            </a:prstGeom>
            <a:noFill/>
          </p:spPr>
          <p:txBody>
            <a:bodyPr wrap="square" rtlCol="0">
              <a:spAutoFit/>
            </a:bodyPr>
            <a:lstStyle/>
            <a:p>
              <a:pPr indent="0">
                <a:lnSpc>
                  <a:spcPct val="150000"/>
                </a:lnSpc>
                <a:spcBef>
                  <a:spcPts val="560"/>
                </a:spcBef>
                <a:buClr>
                  <a:schemeClr val="dk1"/>
                </a:buClr>
                <a:buSzPts val="2800"/>
                <a:buNone/>
              </a:pPr>
              <a:r>
                <a:rPr lang="en-US" sz="2800" dirty="0">
                  <a:solidFill>
                    <a:srgbClr val="00B0F0"/>
                  </a:solidFill>
                  <a:latin typeface="Times New Roman" panose="02020603050405020304" pitchFamily="18" charset="0"/>
                  <a:cs typeface="Times New Roman" panose="02020603050405020304" pitchFamily="18" charset="0"/>
                </a:rPr>
                <a:t>C. Universe</a:t>
              </a:r>
            </a:p>
          </p:txBody>
        </p:sp>
        <p:sp>
          <p:nvSpPr>
            <p:cNvPr id="5" name="Speech Bubble: Rectangle with Corners Rounded 4">
              <a:extLst>
                <a:ext uri="{FF2B5EF4-FFF2-40B4-BE49-F238E27FC236}">
                  <a16:creationId xmlns:a16="http://schemas.microsoft.com/office/drawing/2014/main" id="{CA5BA29B-7ACA-894F-0634-CCBC289F5DA7}"/>
                </a:ext>
              </a:extLst>
            </p:cNvPr>
            <p:cNvSpPr/>
            <p:nvPr/>
          </p:nvSpPr>
          <p:spPr>
            <a:xfrm>
              <a:off x="7064829" y="3732588"/>
              <a:ext cx="2449285" cy="79586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309"/>
        <p:cNvGrpSpPr/>
        <p:nvPr/>
      </p:nvGrpSpPr>
      <p:grpSpPr>
        <a:xfrm>
          <a:off x="0" y="0"/>
          <a:ext cx="0" cy="0"/>
          <a:chOff x="0" y="0"/>
          <a:chExt cx="0" cy="0"/>
        </a:xfrm>
      </p:grpSpPr>
      <p:sp>
        <p:nvSpPr>
          <p:cNvPr id="310" name="Google Shape;310;p52"/>
          <p:cNvSpPr txBox="1">
            <a:spLocks noGrp="1"/>
          </p:cNvSpPr>
          <p:nvPr>
            <p:ph idx="1"/>
          </p:nvPr>
        </p:nvSpPr>
        <p:spPr>
          <a:xfrm>
            <a:off x="187267" y="79857"/>
            <a:ext cx="5081419" cy="4753400"/>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5)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A. Zinc</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B. Aluminum</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C. Copper</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D. Mercury</a:t>
            </a:r>
            <a:endParaRPr sz="3600" dirty="0">
              <a:latin typeface="Times New Roman"/>
              <a:cs typeface="Times New Roman"/>
            </a:endParaRPr>
          </a:p>
          <a:p>
            <a:pPr marL="0" indent="0">
              <a:lnSpc>
                <a:spcPct val="150000"/>
              </a:lnSpc>
              <a:spcBef>
                <a:spcPts val="640"/>
              </a:spcBef>
              <a:buClr>
                <a:schemeClr val="dk1"/>
              </a:buClr>
              <a:buSzPts val="2800"/>
              <a:buNone/>
            </a:pPr>
            <a:endParaRPr sz="3600" dirty="0">
              <a:latin typeface="Times New Roman"/>
              <a:cs typeface="Times New Roman"/>
              <a:sym typeface="Times New Roman"/>
            </a:endParaRPr>
          </a:p>
          <a:p>
            <a:pPr marL="0" indent="0">
              <a:spcBef>
                <a:spcPts val="640"/>
              </a:spcBef>
              <a:buClr>
                <a:schemeClr val="dk1"/>
              </a:buClr>
              <a:buSzPts val="3200"/>
              <a:buNone/>
            </a:pPr>
            <a:endParaRPr dirty="0">
              <a:latin typeface="Times New Roman"/>
              <a:ea typeface="Times New Roman"/>
              <a:cs typeface="Times New Roman"/>
              <a:sym typeface="Times New Roman"/>
            </a:endParaRPr>
          </a:p>
        </p:txBody>
      </p:sp>
      <p:grpSp>
        <p:nvGrpSpPr>
          <p:cNvPr id="2" name="Group 1">
            <a:extLst>
              <a:ext uri="{FF2B5EF4-FFF2-40B4-BE49-F238E27FC236}">
                <a16:creationId xmlns:a16="http://schemas.microsoft.com/office/drawing/2014/main" id="{C51F15F7-2EB1-5BB2-651E-D4D28FDD800A}"/>
              </a:ext>
            </a:extLst>
          </p:cNvPr>
          <p:cNvGrpSpPr/>
          <p:nvPr/>
        </p:nvGrpSpPr>
        <p:grpSpPr>
          <a:xfrm>
            <a:off x="8166819" y="4034351"/>
            <a:ext cx="3789610" cy="2668211"/>
            <a:chOff x="5584373" y="3732588"/>
            <a:chExt cx="3671763" cy="2668211"/>
          </a:xfrm>
        </p:grpSpPr>
        <p:pic>
          <p:nvPicPr>
            <p:cNvPr id="3" name="Picture 2">
              <a:extLst>
                <a:ext uri="{FF2B5EF4-FFF2-40B4-BE49-F238E27FC236}">
                  <a16:creationId xmlns:a16="http://schemas.microsoft.com/office/drawing/2014/main" id="{5CDD351A-D21C-67AD-BF70-3E31BE0D8B6E}"/>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6E900469-15A1-73D1-0E12-827D17D9A92F}"/>
                </a:ext>
              </a:extLst>
            </p:cNvPr>
            <p:cNvSpPr txBox="1"/>
            <p:nvPr/>
          </p:nvSpPr>
          <p:spPr>
            <a:xfrm>
              <a:off x="7271658" y="3732589"/>
              <a:ext cx="1984478" cy="661207"/>
            </a:xfrm>
            <a:prstGeom prst="rect">
              <a:avLst/>
            </a:prstGeom>
            <a:noFill/>
          </p:spPr>
          <p:txBody>
            <a:bodyPr wrap="square" rtlCol="0">
              <a:spAutoFit/>
            </a:bodyPr>
            <a:lstStyle/>
            <a:p>
              <a:pPr indent="0">
                <a:lnSpc>
                  <a:spcPct val="150000"/>
                </a:lnSpc>
                <a:spcBef>
                  <a:spcPts val="560"/>
                </a:spcBef>
                <a:buClr>
                  <a:schemeClr val="dk1"/>
                </a:buClr>
                <a:buSzPts val="2800"/>
                <a:buNone/>
              </a:pPr>
              <a:r>
                <a:rPr lang="en-US" sz="2800" dirty="0">
                  <a:solidFill>
                    <a:srgbClr val="00B0F0"/>
                  </a:solidFill>
                  <a:latin typeface="Times New Roman" panose="02020603050405020304" pitchFamily="18" charset="0"/>
                  <a:cs typeface="Times New Roman" panose="02020603050405020304" pitchFamily="18" charset="0"/>
                </a:rPr>
                <a:t>D. Mercury</a:t>
              </a:r>
            </a:p>
          </p:txBody>
        </p:sp>
        <p:sp>
          <p:nvSpPr>
            <p:cNvPr id="5" name="Speech Bubble: Rectangle with Corners Rounded 4">
              <a:extLst>
                <a:ext uri="{FF2B5EF4-FFF2-40B4-BE49-F238E27FC236}">
                  <a16:creationId xmlns:a16="http://schemas.microsoft.com/office/drawing/2014/main" id="{3C1DA1A7-5415-EE40-B6F2-CE03C9F58CD9}"/>
                </a:ext>
              </a:extLst>
            </p:cNvPr>
            <p:cNvSpPr/>
            <p:nvPr/>
          </p:nvSpPr>
          <p:spPr>
            <a:xfrm>
              <a:off x="7143010" y="3732588"/>
              <a:ext cx="1984478" cy="795867"/>
            </a:xfrm>
            <a:prstGeom prst="wedgeRoundRectCallout">
              <a:avLst>
                <a:gd name="adj1" fmla="val -53132"/>
                <a:gd name="adj2" fmla="val 94297"/>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319"/>
        <p:cNvGrpSpPr/>
        <p:nvPr/>
      </p:nvGrpSpPr>
      <p:grpSpPr>
        <a:xfrm>
          <a:off x="0" y="0"/>
          <a:ext cx="0" cy="0"/>
          <a:chOff x="0" y="0"/>
          <a:chExt cx="0" cy="0"/>
        </a:xfrm>
      </p:grpSpPr>
      <p:sp>
        <p:nvSpPr>
          <p:cNvPr id="320" name="Google Shape;320;p53"/>
          <p:cNvSpPr txBox="1">
            <a:spLocks noGrp="1"/>
          </p:cNvSpPr>
          <p:nvPr>
            <p:ph idx="1"/>
          </p:nvPr>
        </p:nvSpPr>
        <p:spPr>
          <a:xfrm>
            <a:off x="299533" y="222281"/>
            <a:ext cx="5186867" cy="4741605"/>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6)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A. Tree</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B. Fruit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C. Leaf</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D. Flower</a:t>
            </a:r>
            <a:endParaRPr sz="3600" dirty="0">
              <a:latin typeface="Times New Roman"/>
              <a:cs typeface="Times New Roman"/>
              <a:sym typeface="Times New Roman"/>
            </a:endParaRPr>
          </a:p>
          <a:p>
            <a:pPr marL="0" indent="0">
              <a:lnSpc>
                <a:spcPct val="150000"/>
              </a:lnSpc>
              <a:spcBef>
                <a:spcPts val="640"/>
              </a:spcBef>
              <a:buClr>
                <a:schemeClr val="dk1"/>
              </a:buClr>
              <a:buSzPts val="2800"/>
              <a:buNone/>
            </a:pPr>
            <a:endParaRPr sz="3600" dirty="0">
              <a:latin typeface="Times New Roman"/>
              <a:cs typeface="Times New Roman"/>
              <a:sym typeface="Times New Roman"/>
            </a:endParaRPr>
          </a:p>
          <a:p>
            <a:pPr marL="0" indent="0">
              <a:spcBef>
                <a:spcPts val="640"/>
              </a:spcBef>
              <a:buClr>
                <a:schemeClr val="dk1"/>
              </a:buClr>
              <a:buSzPts val="3200"/>
              <a:buNone/>
            </a:pPr>
            <a:endParaRPr dirty="0">
              <a:latin typeface="Times New Roman"/>
              <a:ea typeface="Times New Roman"/>
              <a:cs typeface="Times New Roman"/>
              <a:sym typeface="Times New Roman"/>
            </a:endParaRPr>
          </a:p>
        </p:txBody>
      </p:sp>
      <p:grpSp>
        <p:nvGrpSpPr>
          <p:cNvPr id="2" name="Group 1">
            <a:extLst>
              <a:ext uri="{FF2B5EF4-FFF2-40B4-BE49-F238E27FC236}">
                <a16:creationId xmlns:a16="http://schemas.microsoft.com/office/drawing/2014/main" id="{31D49BF8-66B8-A3E3-3F79-C06F36BE2895}"/>
              </a:ext>
            </a:extLst>
          </p:cNvPr>
          <p:cNvGrpSpPr/>
          <p:nvPr/>
        </p:nvGrpSpPr>
        <p:grpSpPr>
          <a:xfrm>
            <a:off x="8758594" y="4087834"/>
            <a:ext cx="3304044" cy="2668211"/>
            <a:chOff x="5584373" y="3732588"/>
            <a:chExt cx="3358406" cy="2668211"/>
          </a:xfrm>
        </p:grpSpPr>
        <p:pic>
          <p:nvPicPr>
            <p:cNvPr id="3" name="Picture 2">
              <a:extLst>
                <a:ext uri="{FF2B5EF4-FFF2-40B4-BE49-F238E27FC236}">
                  <a16:creationId xmlns:a16="http://schemas.microsoft.com/office/drawing/2014/main" id="{CD75EF2D-C92F-DE16-9401-90B1D21295E6}"/>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D3981929-F1F4-981E-2286-300ACA78B477}"/>
                </a:ext>
              </a:extLst>
            </p:cNvPr>
            <p:cNvSpPr txBox="1"/>
            <p:nvPr/>
          </p:nvSpPr>
          <p:spPr>
            <a:xfrm>
              <a:off x="7271659" y="3732589"/>
              <a:ext cx="1671120" cy="661207"/>
            </a:xfrm>
            <a:prstGeom prst="rect">
              <a:avLst/>
            </a:prstGeom>
            <a:noFill/>
          </p:spPr>
          <p:txBody>
            <a:bodyPr wrap="square" rtlCol="0">
              <a:spAutoFit/>
            </a:bodyPr>
            <a:lstStyle/>
            <a:p>
              <a:pPr indent="0">
                <a:lnSpc>
                  <a:spcPct val="150000"/>
                </a:lnSpc>
                <a:spcBef>
                  <a:spcPts val="560"/>
                </a:spcBef>
                <a:buClr>
                  <a:schemeClr val="dk1"/>
                </a:buClr>
                <a:buSzPts val="2800"/>
                <a:buNone/>
              </a:pPr>
              <a:r>
                <a:rPr lang="en-US" sz="2800" dirty="0">
                  <a:solidFill>
                    <a:srgbClr val="00B0F0"/>
                  </a:solidFill>
                  <a:latin typeface="Times New Roman" panose="02020603050405020304" pitchFamily="18" charset="0"/>
                  <a:cs typeface="Times New Roman" panose="02020603050405020304" pitchFamily="18" charset="0"/>
                </a:rPr>
                <a:t>A. Tree</a:t>
              </a:r>
            </a:p>
          </p:txBody>
        </p:sp>
        <p:sp>
          <p:nvSpPr>
            <p:cNvPr id="5" name="Speech Bubble: Rectangle with Corners Rounded 4">
              <a:extLst>
                <a:ext uri="{FF2B5EF4-FFF2-40B4-BE49-F238E27FC236}">
                  <a16:creationId xmlns:a16="http://schemas.microsoft.com/office/drawing/2014/main" id="{E0EF7A2B-0D45-7615-FB07-B6AD0BEBA88C}"/>
                </a:ext>
              </a:extLst>
            </p:cNvPr>
            <p:cNvSpPr/>
            <p:nvPr/>
          </p:nvSpPr>
          <p:spPr>
            <a:xfrm>
              <a:off x="7064829" y="3732588"/>
              <a:ext cx="1717274" cy="79586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329"/>
        <p:cNvGrpSpPr/>
        <p:nvPr/>
      </p:nvGrpSpPr>
      <p:grpSpPr>
        <a:xfrm>
          <a:off x="0" y="0"/>
          <a:ext cx="0" cy="0"/>
          <a:chOff x="0" y="0"/>
          <a:chExt cx="0" cy="0"/>
        </a:xfrm>
      </p:grpSpPr>
      <p:sp>
        <p:nvSpPr>
          <p:cNvPr id="330" name="Google Shape;330;p54"/>
          <p:cNvSpPr txBox="1">
            <a:spLocks noGrp="1"/>
          </p:cNvSpPr>
          <p:nvPr>
            <p:ph idx="1"/>
          </p:nvPr>
        </p:nvSpPr>
        <p:spPr>
          <a:xfrm>
            <a:off x="143100" y="130628"/>
            <a:ext cx="5952900" cy="4833257"/>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7)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A. Physics</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B. Chemistry</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C. Geography</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D. Botany</a:t>
            </a:r>
            <a:endParaRPr sz="3600" dirty="0">
              <a:latin typeface="Times New Roman"/>
              <a:cs typeface="Times New Roman"/>
              <a:sym typeface="Times New Roman"/>
            </a:endParaRPr>
          </a:p>
          <a:p>
            <a:pPr marL="0" indent="0">
              <a:spcBef>
                <a:spcPts val="640"/>
              </a:spcBef>
              <a:buClr>
                <a:schemeClr val="dk1"/>
              </a:buClr>
              <a:buSzPts val="3200"/>
              <a:buNone/>
            </a:pPr>
            <a:endParaRPr dirty="0">
              <a:latin typeface="Times New Roman"/>
              <a:ea typeface="Times New Roman"/>
              <a:cs typeface="Times New Roman"/>
              <a:sym typeface="Times New Roman"/>
            </a:endParaRPr>
          </a:p>
        </p:txBody>
      </p:sp>
      <p:grpSp>
        <p:nvGrpSpPr>
          <p:cNvPr id="2" name="Group 1">
            <a:extLst>
              <a:ext uri="{FF2B5EF4-FFF2-40B4-BE49-F238E27FC236}">
                <a16:creationId xmlns:a16="http://schemas.microsoft.com/office/drawing/2014/main" id="{65CA885A-1712-E270-5C4C-260201A26DD5}"/>
              </a:ext>
            </a:extLst>
          </p:cNvPr>
          <p:cNvGrpSpPr/>
          <p:nvPr/>
        </p:nvGrpSpPr>
        <p:grpSpPr>
          <a:xfrm>
            <a:off x="7943977" y="4112070"/>
            <a:ext cx="4147453" cy="2668211"/>
            <a:chOff x="5584373" y="3732588"/>
            <a:chExt cx="4215692" cy="2668211"/>
          </a:xfrm>
        </p:grpSpPr>
        <p:pic>
          <p:nvPicPr>
            <p:cNvPr id="3" name="Picture 2">
              <a:extLst>
                <a:ext uri="{FF2B5EF4-FFF2-40B4-BE49-F238E27FC236}">
                  <a16:creationId xmlns:a16="http://schemas.microsoft.com/office/drawing/2014/main" id="{2F13E283-3729-76D8-F505-469F0F9AF49A}"/>
                </a:ext>
              </a:extLst>
            </p:cNvPr>
            <p:cNvPicPr>
              <a:picLocks noChangeAspect="1"/>
            </p:cNvPicPr>
            <p:nvPr/>
          </p:nvPicPr>
          <p:blipFill>
            <a:blip r:embed="rId3"/>
            <a:stretch>
              <a:fillRect/>
            </a:stretch>
          </p:blipFill>
          <p:spPr>
            <a:xfrm>
              <a:off x="5584373" y="4920343"/>
              <a:ext cx="1480456" cy="1480456"/>
            </a:xfrm>
            <a:prstGeom prst="rect">
              <a:avLst/>
            </a:prstGeom>
          </p:spPr>
        </p:pic>
        <p:sp>
          <p:nvSpPr>
            <p:cNvPr id="4" name="TextBox 3">
              <a:extLst>
                <a:ext uri="{FF2B5EF4-FFF2-40B4-BE49-F238E27FC236}">
                  <a16:creationId xmlns:a16="http://schemas.microsoft.com/office/drawing/2014/main" id="{6E963560-FDA0-6496-0092-F852740EEC90}"/>
                </a:ext>
              </a:extLst>
            </p:cNvPr>
            <p:cNvSpPr txBox="1"/>
            <p:nvPr/>
          </p:nvSpPr>
          <p:spPr>
            <a:xfrm>
              <a:off x="7271658" y="3732589"/>
              <a:ext cx="2528407" cy="661207"/>
            </a:xfrm>
            <a:prstGeom prst="rect">
              <a:avLst/>
            </a:prstGeom>
            <a:noFill/>
          </p:spPr>
          <p:txBody>
            <a:bodyPr wrap="square" rtlCol="0">
              <a:spAutoFit/>
            </a:bodyPr>
            <a:lstStyle/>
            <a:p>
              <a:pPr indent="0">
                <a:lnSpc>
                  <a:spcPct val="150000"/>
                </a:lnSpc>
                <a:spcBef>
                  <a:spcPts val="560"/>
                </a:spcBef>
                <a:buClr>
                  <a:schemeClr val="dk1"/>
                </a:buClr>
                <a:buSzPts val="2800"/>
                <a:buNone/>
              </a:pPr>
              <a:r>
                <a:rPr lang="en-US" sz="2800" dirty="0">
                  <a:solidFill>
                    <a:srgbClr val="00B0F0"/>
                  </a:solidFill>
                  <a:latin typeface="Times New Roman" panose="02020603050405020304" pitchFamily="18" charset="0"/>
                  <a:cs typeface="Times New Roman" panose="02020603050405020304" pitchFamily="18" charset="0"/>
                </a:rPr>
                <a:t>C. Geography</a:t>
              </a:r>
            </a:p>
          </p:txBody>
        </p:sp>
        <p:sp>
          <p:nvSpPr>
            <p:cNvPr id="5" name="Speech Bubble: Rectangle with Corners Rounded 4">
              <a:extLst>
                <a:ext uri="{FF2B5EF4-FFF2-40B4-BE49-F238E27FC236}">
                  <a16:creationId xmlns:a16="http://schemas.microsoft.com/office/drawing/2014/main" id="{8CC43296-A8F7-AE56-EC76-99430A6BAA15}"/>
                </a:ext>
              </a:extLst>
            </p:cNvPr>
            <p:cNvSpPr/>
            <p:nvPr/>
          </p:nvSpPr>
          <p:spPr>
            <a:xfrm>
              <a:off x="7064829" y="3732588"/>
              <a:ext cx="2613523" cy="79586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339"/>
        <p:cNvGrpSpPr/>
        <p:nvPr/>
      </p:nvGrpSpPr>
      <p:grpSpPr>
        <a:xfrm>
          <a:off x="0" y="0"/>
          <a:ext cx="0" cy="0"/>
          <a:chOff x="0" y="0"/>
          <a:chExt cx="0" cy="0"/>
        </a:xfrm>
      </p:grpSpPr>
      <p:sp>
        <p:nvSpPr>
          <p:cNvPr id="340" name="Google Shape;340;p55"/>
          <p:cNvSpPr txBox="1">
            <a:spLocks noGrp="1"/>
          </p:cNvSpPr>
          <p:nvPr>
            <p:ph idx="1"/>
          </p:nvPr>
        </p:nvSpPr>
        <p:spPr>
          <a:xfrm>
            <a:off x="175700" y="148664"/>
            <a:ext cx="6007386" cy="4641050"/>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Clr>
                <a:schemeClr val="dk1"/>
              </a:buClr>
              <a:buSzPts val="2800"/>
              <a:buNone/>
            </a:pPr>
            <a:r>
              <a:rPr lang="en-US" sz="3600" dirty="0">
                <a:latin typeface="Times New Roman"/>
                <a:cs typeface="Times New Roman"/>
              </a:rPr>
              <a:t>8) </a:t>
            </a:r>
            <a:r>
              <a:rPr lang="en-US" sz="3600" dirty="0">
                <a:latin typeface="Times New Roman"/>
                <a:cs typeface="Times New Roman"/>
                <a:sym typeface="Times New Roman"/>
              </a:rPr>
              <a:t>Select the odd one out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A. Post</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B. Electricity</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C. Telephone</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sym typeface="Times New Roman"/>
              </a:rPr>
              <a:t>D. Telegram</a:t>
            </a:r>
            <a:endParaRPr sz="3600" dirty="0">
              <a:latin typeface="Times New Roman"/>
              <a:cs typeface="Times New Roman"/>
            </a:endParaRPr>
          </a:p>
          <a:p>
            <a:pPr marL="0" indent="0">
              <a:spcBef>
                <a:spcPts val="640"/>
              </a:spcBef>
              <a:buClr>
                <a:schemeClr val="dk1"/>
              </a:buClr>
              <a:buSzPts val="3200"/>
              <a:buNone/>
            </a:pPr>
            <a:endParaRPr sz="2400" dirty="0">
              <a:latin typeface="Times New Roman"/>
              <a:ea typeface="Times New Roman"/>
              <a:cs typeface="Times New Roman"/>
              <a:sym typeface="Times New Roman"/>
            </a:endParaRPr>
          </a:p>
          <a:p>
            <a:pPr marL="0" indent="0">
              <a:spcBef>
                <a:spcPts val="640"/>
              </a:spcBef>
              <a:buClr>
                <a:schemeClr val="dk1"/>
              </a:buClr>
              <a:buSzPts val="3200"/>
              <a:buNone/>
            </a:pPr>
            <a:endParaRPr sz="2400" dirty="0">
              <a:latin typeface="Times New Roman"/>
              <a:ea typeface="Times New Roman"/>
              <a:cs typeface="Times New Roman"/>
              <a:sym typeface="Times New Roman"/>
            </a:endParaRPr>
          </a:p>
        </p:txBody>
      </p:sp>
      <p:grpSp>
        <p:nvGrpSpPr>
          <p:cNvPr id="2" name="Group 1">
            <a:extLst>
              <a:ext uri="{FF2B5EF4-FFF2-40B4-BE49-F238E27FC236}">
                <a16:creationId xmlns:a16="http://schemas.microsoft.com/office/drawing/2014/main" id="{6C4C4BF9-BF4C-FBDE-D85F-4D780F95DEA9}"/>
              </a:ext>
            </a:extLst>
          </p:cNvPr>
          <p:cNvGrpSpPr/>
          <p:nvPr/>
        </p:nvGrpSpPr>
        <p:grpSpPr>
          <a:xfrm>
            <a:off x="8162758" y="4366238"/>
            <a:ext cx="3853542" cy="2406954"/>
            <a:chOff x="5683956" y="3732588"/>
            <a:chExt cx="3916946" cy="2406954"/>
          </a:xfrm>
        </p:grpSpPr>
        <p:pic>
          <p:nvPicPr>
            <p:cNvPr id="3" name="Picture 2">
              <a:extLst>
                <a:ext uri="{FF2B5EF4-FFF2-40B4-BE49-F238E27FC236}">
                  <a16:creationId xmlns:a16="http://schemas.microsoft.com/office/drawing/2014/main" id="{8845F468-2EE5-F8E3-170D-61EC80650E34}"/>
                </a:ext>
              </a:extLst>
            </p:cNvPr>
            <p:cNvPicPr>
              <a:picLocks noChangeAspect="1"/>
            </p:cNvPicPr>
            <p:nvPr/>
          </p:nvPicPr>
          <p:blipFill>
            <a:blip r:embed="rId3"/>
            <a:stretch>
              <a:fillRect/>
            </a:stretch>
          </p:blipFill>
          <p:spPr>
            <a:xfrm>
              <a:off x="5683956" y="4659086"/>
              <a:ext cx="1480456" cy="1480456"/>
            </a:xfrm>
            <a:prstGeom prst="rect">
              <a:avLst/>
            </a:prstGeom>
          </p:spPr>
        </p:pic>
        <p:sp>
          <p:nvSpPr>
            <p:cNvPr id="4" name="TextBox 3">
              <a:extLst>
                <a:ext uri="{FF2B5EF4-FFF2-40B4-BE49-F238E27FC236}">
                  <a16:creationId xmlns:a16="http://schemas.microsoft.com/office/drawing/2014/main" id="{647A8DF0-5DE3-131D-A0F9-31D91B3B3319}"/>
                </a:ext>
              </a:extLst>
            </p:cNvPr>
            <p:cNvSpPr txBox="1"/>
            <p:nvPr/>
          </p:nvSpPr>
          <p:spPr>
            <a:xfrm>
              <a:off x="7271658" y="3732589"/>
              <a:ext cx="2329244" cy="661207"/>
            </a:xfrm>
            <a:prstGeom prst="rect">
              <a:avLst/>
            </a:prstGeom>
            <a:noFill/>
          </p:spPr>
          <p:txBody>
            <a:bodyPr wrap="square" rtlCol="0">
              <a:spAutoFit/>
            </a:bodyPr>
            <a:lstStyle/>
            <a:p>
              <a:pPr>
                <a:lnSpc>
                  <a:spcPct val="150000"/>
                </a:lnSpc>
                <a:spcBef>
                  <a:spcPts val="560"/>
                </a:spcBef>
                <a:buClr>
                  <a:schemeClr val="dk1"/>
                </a:buClr>
                <a:buSzPts val="2800"/>
              </a:pPr>
              <a:r>
                <a:rPr lang="en-US" sz="2800" dirty="0">
                  <a:solidFill>
                    <a:srgbClr val="00B0F0"/>
                  </a:solidFill>
                  <a:latin typeface="Times New Roman"/>
                  <a:cs typeface="Times New Roman"/>
                  <a:sym typeface="Times New Roman"/>
                </a:rPr>
                <a:t>B. Electricity</a:t>
              </a:r>
              <a:endParaRPr lang="en-US" sz="2800" dirty="0">
                <a:solidFill>
                  <a:srgbClr val="00B0F0"/>
                </a:solidFill>
                <a:latin typeface="Times New Roman"/>
                <a:cs typeface="Times New Roman"/>
              </a:endParaRPr>
            </a:p>
          </p:txBody>
        </p:sp>
        <p:sp>
          <p:nvSpPr>
            <p:cNvPr id="5" name="Speech Bubble: Rectangle with Corners Rounded 4">
              <a:extLst>
                <a:ext uri="{FF2B5EF4-FFF2-40B4-BE49-F238E27FC236}">
                  <a16:creationId xmlns:a16="http://schemas.microsoft.com/office/drawing/2014/main" id="{63E1E2AC-37BE-7455-5FA8-DFEED7AFA7A0}"/>
                </a:ext>
              </a:extLst>
            </p:cNvPr>
            <p:cNvSpPr/>
            <p:nvPr/>
          </p:nvSpPr>
          <p:spPr>
            <a:xfrm>
              <a:off x="7064829" y="3732588"/>
              <a:ext cx="2457065" cy="795867"/>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sp>
        <p:nvSpPr>
          <p:cNvPr id="99" name="Google Shape;99;p3"/>
          <p:cNvSpPr txBox="1">
            <a:spLocks noGrp="1"/>
          </p:cNvSpPr>
          <p:nvPr>
            <p:ph idx="1"/>
          </p:nvPr>
        </p:nvSpPr>
        <p:spPr>
          <a:xfrm>
            <a:off x="319935" y="202706"/>
            <a:ext cx="6711654" cy="4195481"/>
          </a:xfrm>
          <a:prstGeom prst="rect">
            <a:avLst/>
          </a:prstGeom>
          <a:noFill/>
          <a:ln>
            <a:noFill/>
          </a:ln>
        </p:spPr>
        <p:txBody>
          <a:bodyPr spcFirstLastPara="1" wrap="square" lIns="91425" tIns="45700" rIns="91425" bIns="45700" anchor="t" anchorCtr="0">
            <a:normAutofit fontScale="92500"/>
          </a:bodyPr>
          <a:lstStyle/>
          <a:p>
            <a:pPr marL="0" indent="0">
              <a:lnSpc>
                <a:spcPct val="150000"/>
              </a:lnSpc>
              <a:spcBef>
                <a:spcPts val="0"/>
              </a:spcBef>
              <a:buClr>
                <a:schemeClr val="dk1"/>
              </a:buClr>
              <a:buSzPts val="2800"/>
              <a:buNone/>
            </a:pPr>
            <a:r>
              <a:rPr lang="en-US" sz="3600" dirty="0">
                <a:latin typeface="Times New Roman"/>
                <a:cs typeface="Times New Roman"/>
              </a:rPr>
              <a:t>9)  3, 5, 11, 14, 17, 21</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rPr>
              <a:t> A. 21</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rPr>
              <a:t> B. 17</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rPr>
              <a:t> C. 14</a:t>
            </a:r>
            <a:endParaRPr sz="3600" dirty="0">
              <a:latin typeface="Times New Roman"/>
              <a:cs typeface="Times New Roman"/>
            </a:endParaRPr>
          </a:p>
          <a:p>
            <a:pPr marL="0" indent="0">
              <a:lnSpc>
                <a:spcPct val="150000"/>
              </a:lnSpc>
              <a:spcBef>
                <a:spcPts val="640"/>
              </a:spcBef>
              <a:buClr>
                <a:schemeClr val="dk1"/>
              </a:buClr>
              <a:buSzPts val="2800"/>
              <a:buNone/>
            </a:pPr>
            <a:r>
              <a:rPr lang="en-US" sz="3600" dirty="0">
                <a:latin typeface="Times New Roman"/>
                <a:cs typeface="Times New Roman"/>
              </a:rPr>
              <a:t> D. 03</a:t>
            </a:r>
            <a:endParaRPr sz="3600" dirty="0">
              <a:latin typeface="Times New Roman"/>
              <a:cs typeface="Times New Roman"/>
            </a:endParaRPr>
          </a:p>
        </p:txBody>
      </p:sp>
      <p:grpSp>
        <p:nvGrpSpPr>
          <p:cNvPr id="4" name="Group 3">
            <a:extLst>
              <a:ext uri="{FF2B5EF4-FFF2-40B4-BE49-F238E27FC236}">
                <a16:creationId xmlns:a16="http://schemas.microsoft.com/office/drawing/2014/main" id="{6BC362A6-7309-2BC4-D4E5-DED95351A8BB}"/>
              </a:ext>
            </a:extLst>
          </p:cNvPr>
          <p:cNvGrpSpPr/>
          <p:nvPr/>
        </p:nvGrpSpPr>
        <p:grpSpPr>
          <a:xfrm>
            <a:off x="6877344" y="3381153"/>
            <a:ext cx="4994721" cy="3385456"/>
            <a:chOff x="5683956" y="2754086"/>
            <a:chExt cx="5076901" cy="3385456"/>
          </a:xfrm>
        </p:grpSpPr>
        <p:pic>
          <p:nvPicPr>
            <p:cNvPr id="5" name="Picture 4">
              <a:extLst>
                <a:ext uri="{FF2B5EF4-FFF2-40B4-BE49-F238E27FC236}">
                  <a16:creationId xmlns:a16="http://schemas.microsoft.com/office/drawing/2014/main" id="{80BF8A3C-A019-3E41-A8E0-0DF401E43F0A}"/>
                </a:ext>
              </a:extLst>
            </p:cNvPr>
            <p:cNvPicPr>
              <a:picLocks noChangeAspect="1"/>
            </p:cNvPicPr>
            <p:nvPr/>
          </p:nvPicPr>
          <p:blipFill>
            <a:blip r:embed="rId3"/>
            <a:stretch>
              <a:fillRect/>
            </a:stretch>
          </p:blipFill>
          <p:spPr>
            <a:xfrm>
              <a:off x="5683956" y="4659086"/>
              <a:ext cx="1480456" cy="1480456"/>
            </a:xfrm>
            <a:prstGeom prst="rect">
              <a:avLst/>
            </a:prstGeom>
          </p:spPr>
        </p:pic>
        <p:sp>
          <p:nvSpPr>
            <p:cNvPr id="6" name="TextBox 5">
              <a:extLst>
                <a:ext uri="{FF2B5EF4-FFF2-40B4-BE49-F238E27FC236}">
                  <a16:creationId xmlns:a16="http://schemas.microsoft.com/office/drawing/2014/main" id="{D2DC1D25-342C-E8CD-ACD3-76D17461FF3C}"/>
                </a:ext>
              </a:extLst>
            </p:cNvPr>
            <p:cNvSpPr txBox="1"/>
            <p:nvPr/>
          </p:nvSpPr>
          <p:spPr>
            <a:xfrm>
              <a:off x="7221865" y="2910300"/>
              <a:ext cx="3381955" cy="1461939"/>
            </a:xfrm>
            <a:prstGeom prst="rect">
              <a:avLst/>
            </a:prstGeom>
            <a:noFill/>
          </p:spPr>
          <p:txBody>
            <a:bodyPr wrap="square" rtlCol="0">
              <a:spAutoFit/>
            </a:bodyPr>
            <a:lstStyle/>
            <a:p>
              <a:pPr>
                <a:spcBef>
                  <a:spcPts val="560"/>
                </a:spcBef>
                <a:buClr>
                  <a:schemeClr val="dk1"/>
                </a:buClr>
                <a:buSzPts val="2800"/>
              </a:pPr>
              <a:r>
                <a:rPr lang="en-US" sz="2800" dirty="0">
                  <a:solidFill>
                    <a:srgbClr val="00B0F0"/>
                  </a:solidFill>
                  <a:latin typeface="Times New Roman"/>
                  <a:cs typeface="Times New Roman"/>
                </a:rPr>
                <a:t>C. 14</a:t>
              </a:r>
            </a:p>
            <a:p>
              <a:pPr>
                <a:spcBef>
                  <a:spcPts val="560"/>
                </a:spcBef>
                <a:buClr>
                  <a:schemeClr val="dk1"/>
                </a:buClr>
                <a:buSzPts val="2800"/>
              </a:pPr>
              <a:r>
                <a:rPr lang="en-US" sz="2800" dirty="0">
                  <a:latin typeface="Times New Roman" panose="02020603050405020304" pitchFamily="18" charset="0"/>
                  <a:cs typeface="Times New Roman" panose="02020603050405020304" pitchFamily="18" charset="0"/>
                </a:rPr>
                <a:t>Numbers except 14 is an odd number</a:t>
              </a:r>
            </a:p>
          </p:txBody>
        </p:sp>
        <p:sp>
          <p:nvSpPr>
            <p:cNvPr id="7" name="Speech Bubble: Rectangle with Corners Rounded 6">
              <a:extLst>
                <a:ext uri="{FF2B5EF4-FFF2-40B4-BE49-F238E27FC236}">
                  <a16:creationId xmlns:a16="http://schemas.microsoft.com/office/drawing/2014/main" id="{033588CA-5D1B-3230-FD93-08C7597F8AE9}"/>
                </a:ext>
              </a:extLst>
            </p:cNvPr>
            <p:cNvSpPr/>
            <p:nvPr/>
          </p:nvSpPr>
          <p:spPr>
            <a:xfrm>
              <a:off x="7064829" y="2754086"/>
              <a:ext cx="3696028" cy="1774369"/>
            </a:xfrm>
            <a:prstGeom prst="wedgeRoundRectCallout">
              <a:avLst>
                <a:gd name="adj1" fmla="val -49858"/>
                <a:gd name="adj2" fmla="val 86281"/>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08"/>
        <p:cNvGrpSpPr/>
        <p:nvPr/>
      </p:nvGrpSpPr>
      <p:grpSpPr>
        <a:xfrm>
          <a:off x="0" y="0"/>
          <a:ext cx="0" cy="0"/>
          <a:chOff x="0" y="0"/>
          <a:chExt cx="0" cy="0"/>
        </a:xfrm>
      </p:grpSpPr>
      <p:sp>
        <p:nvSpPr>
          <p:cNvPr id="109" name="Google Shape;109;p5"/>
          <p:cNvSpPr txBox="1">
            <a:spLocks noGrp="1"/>
          </p:cNvSpPr>
          <p:nvPr>
            <p:ph idx="1"/>
          </p:nvPr>
        </p:nvSpPr>
        <p:spPr>
          <a:xfrm>
            <a:off x="222313" y="172155"/>
            <a:ext cx="6036974" cy="5314245"/>
          </a:xfrm>
          <a:prstGeom prst="rect">
            <a:avLst/>
          </a:prstGeom>
          <a:noFill/>
          <a:ln>
            <a:noFill/>
          </a:ln>
        </p:spPr>
        <p:txBody>
          <a:bodyPr spcFirstLastPara="1" wrap="square" lIns="91425" tIns="45700" rIns="91425" bIns="45700" anchor="t" anchorCtr="0">
            <a:normAutofit/>
          </a:bodyPr>
          <a:lstStyle/>
          <a:p>
            <a:pPr marL="0" indent="0">
              <a:lnSpc>
                <a:spcPct val="170000"/>
              </a:lnSpc>
              <a:spcBef>
                <a:spcPts val="0"/>
              </a:spcBef>
              <a:buClr>
                <a:schemeClr val="dk1"/>
              </a:buClr>
              <a:buSzPts val="2800"/>
              <a:buNone/>
            </a:pPr>
            <a:r>
              <a:rPr lang="en-US" sz="3300" dirty="0">
                <a:latin typeface="Times New Roman"/>
                <a:cs typeface="Times New Roman"/>
              </a:rPr>
              <a:t>10)  8, 27, 64, 100, 125, 216, 343</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A. 27</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B. 100</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C. 125</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D. 343 </a:t>
            </a:r>
            <a:endParaRPr sz="3300" dirty="0">
              <a:latin typeface="Times New Roman"/>
              <a:cs typeface="Times New Roman"/>
            </a:endParaRPr>
          </a:p>
        </p:txBody>
      </p:sp>
      <p:grpSp>
        <p:nvGrpSpPr>
          <p:cNvPr id="2" name="Group 1">
            <a:extLst>
              <a:ext uri="{FF2B5EF4-FFF2-40B4-BE49-F238E27FC236}">
                <a16:creationId xmlns:a16="http://schemas.microsoft.com/office/drawing/2014/main" id="{4407A9B3-FEAB-ECBD-5316-360C596B8578}"/>
              </a:ext>
            </a:extLst>
          </p:cNvPr>
          <p:cNvGrpSpPr/>
          <p:nvPr/>
        </p:nvGrpSpPr>
        <p:grpSpPr>
          <a:xfrm>
            <a:off x="6623315" y="2881677"/>
            <a:ext cx="5309158" cy="3901208"/>
            <a:chOff x="5683956" y="2238334"/>
            <a:chExt cx="5396512" cy="3901208"/>
          </a:xfrm>
        </p:grpSpPr>
        <p:pic>
          <p:nvPicPr>
            <p:cNvPr id="3" name="Picture 2">
              <a:extLst>
                <a:ext uri="{FF2B5EF4-FFF2-40B4-BE49-F238E27FC236}">
                  <a16:creationId xmlns:a16="http://schemas.microsoft.com/office/drawing/2014/main" id="{556442F7-BDAA-99D4-B089-3EDF4CFE8284}"/>
                </a:ext>
              </a:extLst>
            </p:cNvPr>
            <p:cNvPicPr>
              <a:picLocks noChangeAspect="1"/>
            </p:cNvPicPr>
            <p:nvPr/>
          </p:nvPicPr>
          <p:blipFill>
            <a:blip r:embed="rId3"/>
            <a:stretch>
              <a:fillRect/>
            </a:stretch>
          </p:blipFill>
          <p:spPr>
            <a:xfrm>
              <a:off x="5683956" y="4659086"/>
              <a:ext cx="1480456" cy="1480456"/>
            </a:xfrm>
            <a:prstGeom prst="rect">
              <a:avLst/>
            </a:prstGeom>
          </p:spPr>
        </p:pic>
        <p:sp>
          <p:nvSpPr>
            <p:cNvPr id="4" name="TextBox 3">
              <a:extLst>
                <a:ext uri="{FF2B5EF4-FFF2-40B4-BE49-F238E27FC236}">
                  <a16:creationId xmlns:a16="http://schemas.microsoft.com/office/drawing/2014/main" id="{E73A8DD8-D96B-CAF2-DC78-00B150CADD30}"/>
                </a:ext>
              </a:extLst>
            </p:cNvPr>
            <p:cNvSpPr txBox="1"/>
            <p:nvPr/>
          </p:nvSpPr>
          <p:spPr>
            <a:xfrm>
              <a:off x="6659214" y="2344648"/>
              <a:ext cx="4421254" cy="2077492"/>
            </a:xfrm>
            <a:prstGeom prst="rect">
              <a:avLst/>
            </a:prstGeom>
            <a:noFill/>
          </p:spPr>
          <p:txBody>
            <a:bodyPr wrap="square" rtlCol="0">
              <a:spAutoFit/>
            </a:bodyPr>
            <a:lstStyle/>
            <a:p>
              <a:pPr>
                <a:spcBef>
                  <a:spcPts val="560"/>
                </a:spcBef>
                <a:buClr>
                  <a:schemeClr val="dk1"/>
                </a:buClr>
                <a:buSzPts val="2800"/>
              </a:pPr>
              <a:r>
                <a:rPr lang="en-US" sz="2800" dirty="0">
                  <a:solidFill>
                    <a:srgbClr val="00B0F0"/>
                  </a:solidFill>
                  <a:latin typeface="Times New Roman"/>
                  <a:cs typeface="Times New Roman"/>
                </a:rPr>
                <a:t>B. 100</a:t>
              </a:r>
            </a:p>
            <a:p>
              <a:pPr>
                <a:spcBef>
                  <a:spcPts val="560"/>
                </a:spcBef>
                <a:buClr>
                  <a:schemeClr val="dk1"/>
                </a:buClr>
                <a:buSzPts val="2800"/>
              </a:pPr>
              <a:r>
                <a:rPr lang="en-GB" sz="3200" dirty="0">
                  <a:latin typeface="Times New Roman" panose="02020603050405020304" pitchFamily="18" charset="0"/>
                  <a:cs typeface="Times New Roman" panose="02020603050405020304" pitchFamily="18" charset="0"/>
                </a:rPr>
                <a:t>The pattern is </a:t>
              </a:r>
              <a:r>
                <a:rPr lang="en-GB" sz="3200" dirty="0"/>
                <a:t>2</a:t>
              </a:r>
              <a:r>
                <a:rPr lang="en-GB" sz="3200" baseline="30000" dirty="0"/>
                <a:t>3</a:t>
              </a:r>
              <a:r>
                <a:rPr lang="en-GB" sz="3200" dirty="0"/>
                <a:t>, 3</a:t>
              </a:r>
              <a:r>
                <a:rPr lang="en-GB" sz="3200" baseline="30000" dirty="0"/>
                <a:t>3</a:t>
              </a:r>
              <a:r>
                <a:rPr lang="en-GB" sz="3200" dirty="0"/>
                <a:t>, 4</a:t>
              </a:r>
              <a:r>
                <a:rPr lang="en-GB" sz="3200" baseline="30000" dirty="0"/>
                <a:t>3</a:t>
              </a:r>
              <a:r>
                <a:rPr lang="en-GB" sz="3200" dirty="0"/>
                <a:t>, 5</a:t>
              </a:r>
              <a:r>
                <a:rPr lang="en-GB" sz="3200" baseline="30000" dirty="0"/>
                <a:t>3</a:t>
              </a:r>
              <a:r>
                <a:rPr lang="en-GB" sz="3200" dirty="0"/>
                <a:t>, 6</a:t>
              </a:r>
              <a:r>
                <a:rPr lang="en-GB" sz="3200" baseline="30000" dirty="0"/>
                <a:t>3</a:t>
              </a:r>
              <a:r>
                <a:rPr lang="en-GB" sz="3200" dirty="0"/>
                <a:t>, 7</a:t>
              </a:r>
              <a:r>
                <a:rPr lang="en-GB" sz="3200" baseline="30000" dirty="0"/>
                <a:t>3</a:t>
              </a:r>
              <a:r>
                <a:rPr lang="en-GB" sz="3200" dirty="0"/>
                <a:t>. </a:t>
              </a:r>
              <a:r>
                <a:rPr lang="en-GB" sz="3200" dirty="0">
                  <a:latin typeface="Times New Roman" panose="02020603050405020304" pitchFamily="18" charset="0"/>
                  <a:cs typeface="Times New Roman" panose="02020603050405020304" pitchFamily="18" charset="0"/>
                </a:rPr>
                <a:t>But, 100 is not a perfect cube.</a:t>
              </a:r>
            </a:p>
          </p:txBody>
        </p:sp>
        <p:sp>
          <p:nvSpPr>
            <p:cNvPr id="5" name="Speech Bubble: Rectangle with Corners Rounded 4">
              <a:extLst>
                <a:ext uri="{FF2B5EF4-FFF2-40B4-BE49-F238E27FC236}">
                  <a16:creationId xmlns:a16="http://schemas.microsoft.com/office/drawing/2014/main" id="{4DBCF18E-4BBA-D2A1-FC70-D7AE0B97A0F2}"/>
                </a:ext>
              </a:extLst>
            </p:cNvPr>
            <p:cNvSpPr/>
            <p:nvPr/>
          </p:nvSpPr>
          <p:spPr>
            <a:xfrm>
              <a:off x="6471112" y="2238334"/>
              <a:ext cx="4609356" cy="2290121"/>
            </a:xfrm>
            <a:prstGeom prst="wedgeRoundRectCallout">
              <a:avLst>
                <a:gd name="adj1" fmla="val -37375"/>
                <a:gd name="adj2" fmla="val 65366"/>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9"/>
          <p:cNvSpPr txBox="1">
            <a:spLocks noGrp="1"/>
          </p:cNvSpPr>
          <p:nvPr>
            <p:ph idx="1"/>
          </p:nvPr>
        </p:nvSpPr>
        <p:spPr>
          <a:xfrm>
            <a:off x="116617" y="0"/>
            <a:ext cx="7862612" cy="5370780"/>
          </a:xfrm>
          <a:prstGeom prst="rect">
            <a:avLst/>
          </a:prstGeom>
          <a:noFill/>
          <a:ln>
            <a:noFill/>
          </a:ln>
        </p:spPr>
        <p:txBody>
          <a:bodyPr spcFirstLastPara="1" wrap="square" lIns="91425" tIns="45700" rIns="91425" bIns="45700" anchor="t" anchorCtr="0">
            <a:normAutofit/>
          </a:bodyPr>
          <a:lstStyle/>
          <a:p>
            <a:pPr marL="0" indent="0">
              <a:lnSpc>
                <a:spcPct val="170000"/>
              </a:lnSpc>
              <a:spcBef>
                <a:spcPts val="0"/>
              </a:spcBef>
              <a:buClr>
                <a:schemeClr val="dk1"/>
              </a:buClr>
              <a:buSzPts val="2800"/>
              <a:buNone/>
            </a:pPr>
            <a:r>
              <a:rPr lang="en-US" sz="3300" dirty="0">
                <a:latin typeface="Times New Roman"/>
                <a:cs typeface="Times New Roman"/>
              </a:rPr>
              <a:t>11) 	396, 462, 572, 427, 671, 264</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A. 396</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B. 427</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C. 671</a:t>
            </a:r>
            <a:endParaRPr sz="3300" dirty="0">
              <a:latin typeface="Times New Roman"/>
              <a:cs typeface="Times New Roman"/>
            </a:endParaRPr>
          </a:p>
          <a:p>
            <a:pPr marL="0" indent="0">
              <a:lnSpc>
                <a:spcPct val="170000"/>
              </a:lnSpc>
              <a:spcBef>
                <a:spcPts val="640"/>
              </a:spcBef>
              <a:buClr>
                <a:schemeClr val="dk1"/>
              </a:buClr>
              <a:buSzPts val="2800"/>
              <a:buNone/>
            </a:pPr>
            <a:r>
              <a:rPr lang="en-US" sz="3300" dirty="0">
                <a:latin typeface="Times New Roman"/>
                <a:cs typeface="Times New Roman"/>
              </a:rPr>
              <a:t> D. 264</a:t>
            </a:r>
            <a:endParaRPr sz="3300" dirty="0">
              <a:latin typeface="Times New Roman"/>
              <a:cs typeface="Times New Roman"/>
            </a:endParaRPr>
          </a:p>
        </p:txBody>
      </p:sp>
      <p:grpSp>
        <p:nvGrpSpPr>
          <p:cNvPr id="2" name="Group 1">
            <a:extLst>
              <a:ext uri="{FF2B5EF4-FFF2-40B4-BE49-F238E27FC236}">
                <a16:creationId xmlns:a16="http://schemas.microsoft.com/office/drawing/2014/main" id="{3C365AD1-6923-8706-4630-DAE0DA452889}"/>
              </a:ext>
            </a:extLst>
          </p:cNvPr>
          <p:cNvGrpSpPr/>
          <p:nvPr/>
        </p:nvGrpSpPr>
        <p:grpSpPr>
          <a:xfrm>
            <a:off x="6628379" y="2839906"/>
            <a:ext cx="5309158" cy="3901208"/>
            <a:chOff x="5683956" y="2238334"/>
            <a:chExt cx="5396512" cy="3901208"/>
          </a:xfrm>
        </p:grpSpPr>
        <p:pic>
          <p:nvPicPr>
            <p:cNvPr id="3" name="Picture 2">
              <a:extLst>
                <a:ext uri="{FF2B5EF4-FFF2-40B4-BE49-F238E27FC236}">
                  <a16:creationId xmlns:a16="http://schemas.microsoft.com/office/drawing/2014/main" id="{BB40947C-1FDE-DA28-5B5C-8FB20440AB47}"/>
                </a:ext>
              </a:extLst>
            </p:cNvPr>
            <p:cNvPicPr>
              <a:picLocks noChangeAspect="1"/>
            </p:cNvPicPr>
            <p:nvPr/>
          </p:nvPicPr>
          <p:blipFill>
            <a:blip r:embed="rId3"/>
            <a:stretch>
              <a:fillRect/>
            </a:stretch>
          </p:blipFill>
          <p:spPr>
            <a:xfrm>
              <a:off x="5683956" y="4659086"/>
              <a:ext cx="1480456" cy="1480456"/>
            </a:xfrm>
            <a:prstGeom prst="rect">
              <a:avLst/>
            </a:prstGeom>
          </p:spPr>
        </p:pic>
        <p:sp>
          <p:nvSpPr>
            <p:cNvPr id="4" name="TextBox 3">
              <a:extLst>
                <a:ext uri="{FF2B5EF4-FFF2-40B4-BE49-F238E27FC236}">
                  <a16:creationId xmlns:a16="http://schemas.microsoft.com/office/drawing/2014/main" id="{1E0537FF-04B2-FC26-D6F1-CCE0B4DE6956}"/>
                </a:ext>
              </a:extLst>
            </p:cNvPr>
            <p:cNvSpPr txBox="1"/>
            <p:nvPr/>
          </p:nvSpPr>
          <p:spPr>
            <a:xfrm>
              <a:off x="6659214" y="2344648"/>
              <a:ext cx="4421254" cy="2400657"/>
            </a:xfrm>
            <a:prstGeom prst="rect">
              <a:avLst/>
            </a:prstGeom>
            <a:noFill/>
          </p:spPr>
          <p:txBody>
            <a:bodyPr wrap="square" rtlCol="0">
              <a:spAutoFit/>
            </a:bodyPr>
            <a:lstStyle/>
            <a:p>
              <a:pPr>
                <a:spcBef>
                  <a:spcPts val="560"/>
                </a:spcBef>
                <a:buClr>
                  <a:schemeClr val="dk1"/>
                </a:buClr>
                <a:buSzPts val="2800"/>
              </a:pPr>
              <a:r>
                <a:rPr lang="en-US" sz="2800" dirty="0">
                  <a:solidFill>
                    <a:srgbClr val="00B0F0"/>
                  </a:solidFill>
                  <a:latin typeface="Times New Roman"/>
                  <a:cs typeface="Times New Roman"/>
                </a:rPr>
                <a:t>B. 427</a:t>
              </a:r>
            </a:p>
            <a:p>
              <a:pPr>
                <a:spcBef>
                  <a:spcPts val="560"/>
                </a:spcBef>
                <a:buClr>
                  <a:schemeClr val="dk1"/>
                </a:buClr>
                <a:buSzPts val="2800"/>
              </a:pPr>
              <a:r>
                <a:rPr lang="en-GB" sz="2800" dirty="0">
                  <a:latin typeface="Times New Roman" panose="02020603050405020304" pitchFamily="18" charset="0"/>
                  <a:cs typeface="Times New Roman" panose="02020603050405020304" pitchFamily="18" charset="0"/>
                </a:rPr>
                <a:t>In each number except 427, the middle digit is the sum of other two.</a:t>
              </a:r>
            </a:p>
            <a:p>
              <a:pPr>
                <a:spcBef>
                  <a:spcPts val="560"/>
                </a:spcBef>
                <a:buClr>
                  <a:schemeClr val="dk1"/>
                </a:buClr>
                <a:buSzPts val="2800"/>
              </a:pPr>
              <a:endParaRPr lang="en-US" sz="2800" dirty="0">
                <a:solidFill>
                  <a:srgbClr val="00B0F0"/>
                </a:solidFill>
                <a:latin typeface="Times New Roman"/>
                <a:cs typeface="Times New Roman"/>
              </a:endParaRPr>
            </a:p>
          </p:txBody>
        </p:sp>
        <p:sp>
          <p:nvSpPr>
            <p:cNvPr id="5" name="Speech Bubble: Rectangle with Corners Rounded 4">
              <a:extLst>
                <a:ext uri="{FF2B5EF4-FFF2-40B4-BE49-F238E27FC236}">
                  <a16:creationId xmlns:a16="http://schemas.microsoft.com/office/drawing/2014/main" id="{56959624-B48C-E8A1-7841-5D2E1B0FE4A6}"/>
                </a:ext>
              </a:extLst>
            </p:cNvPr>
            <p:cNvSpPr/>
            <p:nvPr/>
          </p:nvSpPr>
          <p:spPr>
            <a:xfrm>
              <a:off x="6471112" y="2238334"/>
              <a:ext cx="4609356" cy="2290121"/>
            </a:xfrm>
            <a:prstGeom prst="wedgeRoundRectCallout">
              <a:avLst>
                <a:gd name="adj1" fmla="val -37375"/>
                <a:gd name="adj2" fmla="val 65366"/>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930AB2-D682-27EE-05E2-5AE16074EAE3}"/>
              </a:ext>
            </a:extLst>
          </p:cNvPr>
          <p:cNvPicPr>
            <a:picLocks noChangeAspect="1"/>
          </p:cNvPicPr>
          <p:nvPr/>
        </p:nvPicPr>
        <p:blipFill>
          <a:blip r:embed="rId2">
            <a:alphaModFix amt="50000"/>
          </a:blip>
          <a:stretch>
            <a:fillRect/>
          </a:stretch>
        </p:blipFill>
        <p:spPr>
          <a:xfrm>
            <a:off x="52720" y="64239"/>
            <a:ext cx="7305010" cy="6763898"/>
          </a:xfrm>
          <a:prstGeom prst="rect">
            <a:avLst/>
          </a:prstGeom>
        </p:spPr>
      </p:pic>
      <p:sp>
        <p:nvSpPr>
          <p:cNvPr id="6" name="Rectangle 5">
            <a:extLst>
              <a:ext uri="{FF2B5EF4-FFF2-40B4-BE49-F238E27FC236}">
                <a16:creationId xmlns:a16="http://schemas.microsoft.com/office/drawing/2014/main" id="{25B36DED-5E52-8A36-F90E-4A7C5D42D099}"/>
              </a:ext>
            </a:extLst>
          </p:cNvPr>
          <p:cNvSpPr/>
          <p:nvPr/>
        </p:nvSpPr>
        <p:spPr>
          <a:xfrm>
            <a:off x="5645888" y="64239"/>
            <a:ext cx="1759689" cy="6763898"/>
          </a:xfrm>
          <a:prstGeom prst="rect">
            <a:avLst/>
          </a:prstGeom>
          <a:gradFill flip="none" rotWithShape="1">
            <a:gsLst>
              <a:gs pos="0">
                <a:srgbClr val="000000">
                  <a:alpha val="35000"/>
                </a:srgbClr>
              </a:gs>
              <a:gs pos="100000">
                <a:srgbClr val="131313"/>
              </a:gs>
            </a:gsLst>
            <a:lin ang="0" scaled="1"/>
            <a:tileRect/>
          </a:gradFill>
          <a:ln>
            <a:noFill/>
          </a:ln>
        </p:spPr>
        <p:style>
          <a:lnRef idx="2">
            <a:schemeClr val="accent1">
              <a:shade val="15000"/>
            </a:schemeClr>
          </a:lnRef>
          <a:fillRef idx="1002">
            <a:schemeClr val="dk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61642C7-3731-385D-77F7-109F889A9578}"/>
              </a:ext>
            </a:extLst>
          </p:cNvPr>
          <p:cNvSpPr txBox="1"/>
          <p:nvPr/>
        </p:nvSpPr>
        <p:spPr>
          <a:xfrm>
            <a:off x="2126512" y="1727791"/>
            <a:ext cx="7807999" cy="2800767"/>
          </a:xfrm>
          <a:prstGeom prst="rect">
            <a:avLst/>
          </a:prstGeom>
          <a:noFill/>
        </p:spPr>
        <p:txBody>
          <a:bodyPr wrap="square" rtlCol="0">
            <a:spAutoFit/>
          </a:bodyPr>
          <a:lstStyle/>
          <a:p>
            <a:pPr algn="ctr"/>
            <a:r>
              <a:rPr lang="en-US" sz="8800" dirty="0">
                <a:blipFill>
                  <a:blip r:embed="rId3">
                    <a:extLst>
                      <a:ext uri="{837473B0-CC2E-450A-ABE3-18F120FF3D39}">
                        <a1611:picAttrSrcUrl xmlns="" xmlns:a1611="http://schemas.microsoft.com/office/drawing/2016/11/main" r:id="rId4"/>
                      </a:ext>
                    </a:extLst>
                  </a:blip>
                  <a:stretch>
                    <a:fillRect/>
                  </a:stretch>
                </a:blipFill>
                <a:latin typeface="Algerian" panose="04020705040A02060702" pitchFamily="82" charset="0"/>
              </a:rPr>
              <a:t>PATTERN COMPLETION </a:t>
            </a:r>
            <a:endParaRPr lang="en-US" sz="4000" dirty="0">
              <a:blipFill>
                <a:blip r:embed="rId3">
                  <a:extLst>
                    <a:ext uri="{837473B0-CC2E-450A-ABE3-18F120FF3D39}">
                      <a1611:picAttrSrcUrl xmlns="" xmlns:a1611="http://schemas.microsoft.com/office/drawing/2016/11/main" r:id="rId4"/>
                    </a:ext>
                  </a:extLst>
                </a:blip>
                <a:stretch>
                  <a:fillRect/>
                </a:stretch>
              </a:blipFill>
              <a:latin typeface="Algerian" panose="04020705040A02060702" pitchFamily="82" charset="0"/>
            </a:endParaRPr>
          </a:p>
        </p:txBody>
      </p:sp>
      <p:pic>
        <p:nvPicPr>
          <p:cNvPr id="8" name="Graphic 7" descr="Puzzle pieces with solid fill">
            <a:extLst>
              <a:ext uri="{FF2B5EF4-FFF2-40B4-BE49-F238E27FC236}">
                <a16:creationId xmlns:a16="http://schemas.microsoft.com/office/drawing/2014/main" id="{1E4AB4DB-D86D-0460-BFAA-EF48F99024FD}"/>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457200" y="-1113630"/>
            <a:ext cx="8201246" cy="8397949"/>
          </a:xfrm>
          <a:prstGeom prst="rect">
            <a:avLst/>
          </a:prstGeom>
        </p:spPr>
      </p:pic>
      <p:pic>
        <p:nvPicPr>
          <p:cNvPr id="9" name="Picture 8">
            <a:extLst>
              <a:ext uri="{FF2B5EF4-FFF2-40B4-BE49-F238E27FC236}">
                <a16:creationId xmlns:a16="http://schemas.microsoft.com/office/drawing/2014/main" id="{5117E1C8-F1F9-118C-F8D7-A9D7C0E809E6}"/>
              </a:ext>
            </a:extLst>
          </p:cNvPr>
          <p:cNvPicPr>
            <a:picLocks noChangeAspect="1"/>
          </p:cNvPicPr>
          <p:nvPr/>
        </p:nvPicPr>
        <p:blipFill>
          <a:blip r:embed="rId7">
            <a:alphaModFix amt="20000"/>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6756828" y="336919"/>
            <a:ext cx="5893672" cy="6218538"/>
          </a:xfrm>
          <a:prstGeom prst="rect">
            <a:avLst/>
          </a:prstGeom>
        </p:spPr>
      </p:pic>
    </p:spTree>
    <p:extLst>
      <p:ext uri="{BB962C8B-B14F-4D97-AF65-F5344CB8AC3E}">
        <p14:creationId xmlns:p14="http://schemas.microsoft.com/office/powerpoint/2010/main" val="4122260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C50DDA0-6D85-0ACF-BC41-1C42F06F481B}"/>
              </a:ext>
            </a:extLst>
          </p:cNvPr>
          <p:cNvGrpSpPr/>
          <p:nvPr/>
        </p:nvGrpSpPr>
        <p:grpSpPr>
          <a:xfrm>
            <a:off x="451300" y="261475"/>
            <a:ext cx="4872780" cy="1415978"/>
            <a:chOff x="7831334" y="751648"/>
            <a:chExt cx="3205261" cy="929512"/>
          </a:xfrm>
          <a:noFill/>
        </p:grpSpPr>
        <p:sp>
          <p:nvSpPr>
            <p:cNvPr id="5" name="Thought Bubble: Cloud 4">
              <a:extLst>
                <a:ext uri="{FF2B5EF4-FFF2-40B4-BE49-F238E27FC236}">
                  <a16:creationId xmlns:a16="http://schemas.microsoft.com/office/drawing/2014/main" id="{A35FB4EC-A043-3E7C-1E58-30E23F1AF82F}"/>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6" name="TextBox 5">
              <a:extLst>
                <a:ext uri="{FF2B5EF4-FFF2-40B4-BE49-F238E27FC236}">
                  <a16:creationId xmlns:a16="http://schemas.microsoft.com/office/drawing/2014/main" id="{92F619FD-C726-F616-6FFC-551034566B5C}"/>
                </a:ext>
                <a:ext uri="{C183D7F6-B498-43B3-948B-1728B52AA6E4}">
                  <adec:decorative xmlns="" xmlns:adec="http://schemas.microsoft.com/office/drawing/2017/decorative" val="0"/>
                </a:ext>
              </a:extLst>
            </p:cNvPr>
            <p:cNvSpPr txBox="1"/>
            <p:nvPr/>
          </p:nvSpPr>
          <p:spPr>
            <a:xfrm>
              <a:off x="8195910" y="823374"/>
              <a:ext cx="2653686" cy="606115"/>
            </a:xfrm>
            <a:prstGeom prst="rect">
              <a:avLst/>
            </a:prstGeom>
            <a:grpFill/>
          </p:spPr>
          <p:txBody>
            <a:bodyPr wrap="square" rtlCol="0">
              <a:spAutoFit/>
            </a:bodyPr>
            <a:lstStyle/>
            <a:p>
              <a:r>
                <a:rPr lang="en-US" sz="5400" dirty="0">
                  <a:latin typeface="Algerian" panose="04020705040A02060702" pitchFamily="82" charset="0"/>
                </a:rPr>
                <a:t>Definition</a:t>
              </a:r>
            </a:p>
          </p:txBody>
        </p:sp>
      </p:grpSp>
      <p:grpSp>
        <p:nvGrpSpPr>
          <p:cNvPr id="7" name="Group 6">
            <a:extLst>
              <a:ext uri="{FF2B5EF4-FFF2-40B4-BE49-F238E27FC236}">
                <a16:creationId xmlns:a16="http://schemas.microsoft.com/office/drawing/2014/main" id="{48382C9E-D412-C989-4A71-83656DD544AE}"/>
              </a:ext>
            </a:extLst>
          </p:cNvPr>
          <p:cNvGrpSpPr/>
          <p:nvPr/>
        </p:nvGrpSpPr>
        <p:grpSpPr>
          <a:xfrm>
            <a:off x="3041667" y="2234330"/>
            <a:ext cx="8494660" cy="2598168"/>
            <a:chOff x="1611586" y="2125066"/>
            <a:chExt cx="9159195" cy="3107365"/>
          </a:xfrm>
          <a:noFill/>
        </p:grpSpPr>
        <p:sp>
          <p:nvSpPr>
            <p:cNvPr id="8" name="Speech Bubble: Rectangle with Corners Rounded 7">
              <a:extLst>
                <a:ext uri="{FF2B5EF4-FFF2-40B4-BE49-F238E27FC236}">
                  <a16:creationId xmlns:a16="http://schemas.microsoft.com/office/drawing/2014/main" id="{E4404789-2617-03C7-AC8F-28FD6CB9666A}"/>
                </a:ext>
              </a:extLst>
            </p:cNvPr>
            <p:cNvSpPr/>
            <p:nvPr/>
          </p:nvSpPr>
          <p:spPr>
            <a:xfrm flipH="1">
              <a:off x="1611586" y="2125066"/>
              <a:ext cx="9159195" cy="3107365"/>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9" name="TextBox 8">
              <a:extLst>
                <a:ext uri="{FF2B5EF4-FFF2-40B4-BE49-F238E27FC236}">
                  <a16:creationId xmlns:a16="http://schemas.microsoft.com/office/drawing/2014/main" id="{94D45887-F414-22DA-5F04-CAA9BCD02F59}"/>
                </a:ext>
              </a:extLst>
            </p:cNvPr>
            <p:cNvSpPr txBox="1"/>
            <p:nvPr/>
          </p:nvSpPr>
          <p:spPr>
            <a:xfrm>
              <a:off x="2009555" y="2247587"/>
              <a:ext cx="8431618" cy="2308324"/>
            </a:xfrm>
            <a:prstGeom prst="rect">
              <a:avLst/>
            </a:prstGeom>
            <a:grpFill/>
          </p:spPr>
          <p:txBody>
            <a:bodyPr wrap="square">
              <a:spAutoFit/>
            </a:bodyPr>
            <a:lstStyle/>
            <a:p>
              <a:pPr>
                <a:buClr>
                  <a:schemeClr val="dk1"/>
                </a:buClr>
                <a:buSzPts val="3200"/>
              </a:pPr>
              <a:r>
                <a:rPr lang="en-US" sz="3600" dirty="0">
                  <a:latin typeface="Times New Roman" panose="02020603050405020304" pitchFamily="18" charset="0"/>
                  <a:ea typeface="Calibri Light" panose="020F0302020204030204" pitchFamily="34" charset="0"/>
                  <a:cs typeface="Times New Roman" panose="02020603050405020304" pitchFamily="18" charset="0"/>
                </a:rPr>
                <a:t>Pattern completion refers to the ability to identify and recreate missing parts or elements within a given pattern or design.</a:t>
              </a:r>
            </a:p>
            <a:p>
              <a:pPr marL="0" indent="0">
                <a:spcBef>
                  <a:spcPts val="0"/>
                </a:spcBef>
                <a:buClr>
                  <a:schemeClr val="dk1"/>
                </a:buClr>
                <a:buSzPts val="3200"/>
                <a:buNone/>
              </a:pPr>
              <a:endParaRPr lang="en-US" sz="3600" dirty="0">
                <a:latin typeface="Times New Roman" panose="02020603050405020304" pitchFamily="18" charset="0"/>
                <a:ea typeface="Calibri Light" panose="020F03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9360970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pic>
        <p:nvPicPr>
          <p:cNvPr id="90" name="Google Shape;90;p2" descr="Screenshot (3).png"/>
          <p:cNvPicPr preferRelativeResize="0">
            <a:picLocks noGrp="1"/>
          </p:cNvPicPr>
          <p:nvPr>
            <p:ph idx="1"/>
          </p:nvPr>
        </p:nvPicPr>
        <p:blipFill rotWithShape="1">
          <a:blip r:embed="rId3">
            <a:alphaModFix/>
          </a:blip>
          <a:srcRect l="4123" t="29336" r="88993" b="58627"/>
          <a:stretch/>
        </p:blipFill>
        <p:spPr>
          <a:xfrm>
            <a:off x="866553" y="887818"/>
            <a:ext cx="2233873" cy="1972640"/>
          </a:xfrm>
          <a:prstGeom prst="roundRect">
            <a:avLst/>
          </a:prstGeom>
          <a:noFill/>
          <a:ln>
            <a:noFill/>
          </a:ln>
        </p:spPr>
      </p:pic>
      <p:sp>
        <p:nvSpPr>
          <p:cNvPr id="91" name="Google Shape;91;p2"/>
          <p:cNvSpPr txBox="1"/>
          <p:nvPr/>
        </p:nvSpPr>
        <p:spPr>
          <a:xfrm>
            <a:off x="260758" y="118680"/>
            <a:ext cx="9872330" cy="646290"/>
          </a:xfrm>
          <a:prstGeom prst="rect">
            <a:avLst/>
          </a:prstGeom>
          <a:noFill/>
          <a:ln>
            <a:noFill/>
          </a:ln>
        </p:spPr>
        <p:txBody>
          <a:bodyPr spcFirstLastPara="1" wrap="square" lIns="91425" tIns="45700" rIns="91425" bIns="45700" anchor="t" anchorCtr="0">
            <a:spAutoFit/>
          </a:bodyPr>
          <a:lstStyle/>
          <a:p>
            <a:r>
              <a:rPr lang="en-US" sz="3600" dirty="0">
                <a:latin typeface="Times New Roman" panose="02020603050405020304" pitchFamily="18" charset="0"/>
                <a:ea typeface="Calibri"/>
                <a:cs typeface="Times New Roman" panose="02020603050405020304" pitchFamily="18" charset="0"/>
                <a:sym typeface="Calibri"/>
              </a:rPr>
              <a:t>1. Identify the figure that completes the pattern</a:t>
            </a:r>
            <a:r>
              <a:rPr lang="en-US" sz="2800" dirty="0">
                <a:latin typeface="Times New Roman" panose="02020603050405020304" pitchFamily="18" charset="0"/>
                <a:ea typeface="Calibri"/>
                <a:cs typeface="Times New Roman" panose="02020603050405020304" pitchFamily="18" charset="0"/>
                <a:sym typeface="Calibri"/>
              </a:rPr>
              <a:t>.</a:t>
            </a:r>
            <a:endParaRPr sz="2800" dirty="0">
              <a:latin typeface="Times New Roman" panose="02020603050405020304" pitchFamily="18" charset="0"/>
              <a:ea typeface="Calibri"/>
              <a:cs typeface="Times New Roman" panose="02020603050405020304" pitchFamily="18" charset="0"/>
              <a:sym typeface="Calibri"/>
            </a:endParaRPr>
          </a:p>
        </p:txBody>
      </p:sp>
      <p:pic>
        <p:nvPicPr>
          <p:cNvPr id="6" name="Picture 5">
            <a:extLst>
              <a:ext uri="{FF2B5EF4-FFF2-40B4-BE49-F238E27FC236}">
                <a16:creationId xmlns:a16="http://schemas.microsoft.com/office/drawing/2014/main" id="{FD0FF8B8-6C8A-4838-62B3-55AE9847B702}"/>
              </a:ext>
            </a:extLst>
          </p:cNvPr>
          <p:cNvPicPr>
            <a:picLocks noChangeAspect="1"/>
          </p:cNvPicPr>
          <p:nvPr/>
        </p:nvPicPr>
        <p:blipFill>
          <a:blip r:embed="rId4"/>
          <a:srcRect l="82500" t="34375" r="7262" b="8405"/>
          <a:stretch/>
        </p:blipFill>
        <p:spPr>
          <a:xfrm>
            <a:off x="7413322" y="3205441"/>
            <a:ext cx="1335232" cy="1776422"/>
          </a:xfrm>
          <a:prstGeom prst="roundRect">
            <a:avLst/>
          </a:prstGeom>
        </p:spPr>
      </p:pic>
      <p:pic>
        <p:nvPicPr>
          <p:cNvPr id="7" name="Picture 6">
            <a:extLst>
              <a:ext uri="{FF2B5EF4-FFF2-40B4-BE49-F238E27FC236}">
                <a16:creationId xmlns:a16="http://schemas.microsoft.com/office/drawing/2014/main" id="{141390E4-F863-773E-C8B2-053D678BA5FA}"/>
              </a:ext>
            </a:extLst>
          </p:cNvPr>
          <p:cNvPicPr>
            <a:picLocks noChangeAspect="1"/>
          </p:cNvPicPr>
          <p:nvPr/>
        </p:nvPicPr>
        <p:blipFill>
          <a:blip r:embed="rId4"/>
          <a:srcRect l="64358" t="34375" r="25900" b="8405"/>
          <a:stretch/>
        </p:blipFill>
        <p:spPr>
          <a:xfrm>
            <a:off x="5252806" y="3205439"/>
            <a:ext cx="1270591" cy="1776424"/>
          </a:xfrm>
          <a:prstGeom prst="roundRect">
            <a:avLst/>
          </a:prstGeom>
        </p:spPr>
      </p:pic>
      <p:pic>
        <p:nvPicPr>
          <p:cNvPr id="8" name="Picture 7">
            <a:extLst>
              <a:ext uri="{FF2B5EF4-FFF2-40B4-BE49-F238E27FC236}">
                <a16:creationId xmlns:a16="http://schemas.microsoft.com/office/drawing/2014/main" id="{FB5F7211-FDB3-3818-10E5-53F46AD61C2C}"/>
              </a:ext>
            </a:extLst>
          </p:cNvPr>
          <p:cNvPicPr>
            <a:picLocks noChangeAspect="1"/>
          </p:cNvPicPr>
          <p:nvPr/>
        </p:nvPicPr>
        <p:blipFill>
          <a:blip r:embed="rId4"/>
          <a:srcRect l="46180" t="34375" r="44078" b="8405"/>
          <a:stretch/>
        </p:blipFill>
        <p:spPr>
          <a:xfrm>
            <a:off x="3030831" y="3205439"/>
            <a:ext cx="1270591" cy="1776424"/>
          </a:xfrm>
          <a:prstGeom prst="roundRect">
            <a:avLst/>
          </a:prstGeom>
        </p:spPr>
      </p:pic>
      <p:pic>
        <p:nvPicPr>
          <p:cNvPr id="9" name="Picture 8">
            <a:extLst>
              <a:ext uri="{FF2B5EF4-FFF2-40B4-BE49-F238E27FC236}">
                <a16:creationId xmlns:a16="http://schemas.microsoft.com/office/drawing/2014/main" id="{66A200B0-2506-79C7-B113-99B6D341BF9B}"/>
              </a:ext>
            </a:extLst>
          </p:cNvPr>
          <p:cNvPicPr>
            <a:picLocks noChangeAspect="1"/>
          </p:cNvPicPr>
          <p:nvPr/>
        </p:nvPicPr>
        <p:blipFill>
          <a:blip r:embed="rId4"/>
          <a:srcRect l="28053" t="34375" r="62205" b="8405"/>
          <a:stretch/>
        </p:blipFill>
        <p:spPr>
          <a:xfrm>
            <a:off x="866553" y="3205441"/>
            <a:ext cx="1270591" cy="1776424"/>
          </a:xfrm>
          <a:prstGeom prst="roundRect">
            <a:avLst/>
          </a:prstGeom>
        </p:spPr>
      </p:pic>
      <p:pic>
        <p:nvPicPr>
          <p:cNvPr id="3" name="Picture 2">
            <a:extLst>
              <a:ext uri="{FF2B5EF4-FFF2-40B4-BE49-F238E27FC236}">
                <a16:creationId xmlns:a16="http://schemas.microsoft.com/office/drawing/2014/main" id="{463B3379-9C6D-65C5-BFB0-D12D6CEA3BB1}"/>
              </a:ext>
            </a:extLst>
          </p:cNvPr>
          <p:cNvPicPr>
            <a:picLocks noChangeAspect="1"/>
          </p:cNvPicPr>
          <p:nvPr/>
        </p:nvPicPr>
        <p:blipFill>
          <a:blip r:embed="rId5"/>
          <a:stretch>
            <a:fillRect/>
          </a:stretch>
        </p:blipFill>
        <p:spPr>
          <a:xfrm flipH="1">
            <a:off x="7697609" y="4630479"/>
            <a:ext cx="2513807" cy="2227521"/>
          </a:xfrm>
          <a:prstGeom prst="rect">
            <a:avLst/>
          </a:prstGeom>
        </p:spPr>
      </p:pic>
    </p:spTree>
    <p:extLst>
      <p:ext uri="{BB962C8B-B14F-4D97-AF65-F5344CB8AC3E}">
        <p14:creationId xmlns:p14="http://schemas.microsoft.com/office/powerpoint/2010/main" val="338633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96"/>
        <p:cNvGrpSpPr/>
        <p:nvPr/>
      </p:nvGrpSpPr>
      <p:grpSpPr>
        <a:xfrm>
          <a:off x="0" y="0"/>
          <a:ext cx="0" cy="0"/>
          <a:chOff x="0" y="0"/>
          <a:chExt cx="0" cy="0"/>
        </a:xfrm>
      </p:grpSpPr>
      <p:sp>
        <p:nvSpPr>
          <p:cNvPr id="98" name="Google Shape;98;p3"/>
          <p:cNvSpPr txBox="1"/>
          <p:nvPr/>
        </p:nvSpPr>
        <p:spPr>
          <a:xfrm>
            <a:off x="256613" y="0"/>
            <a:ext cx="11233298"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2.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2" name="Google Shape;97;p3" descr="Screenshot (4).png">
            <a:extLst>
              <a:ext uri="{FF2B5EF4-FFF2-40B4-BE49-F238E27FC236}">
                <a16:creationId xmlns:a16="http://schemas.microsoft.com/office/drawing/2014/main" id="{8C0C9B7C-46D3-18EC-5ADA-676A39B2C765}"/>
              </a:ext>
            </a:extLst>
          </p:cNvPr>
          <p:cNvPicPr preferRelativeResize="0">
            <a:picLocks/>
          </p:cNvPicPr>
          <p:nvPr/>
        </p:nvPicPr>
        <p:blipFill rotWithShape="1">
          <a:blip r:embed="rId3">
            <a:alphaModFix/>
          </a:blip>
          <a:srcRect l="5146" t="25209" r="86828" b="61278"/>
          <a:stretch/>
        </p:blipFill>
        <p:spPr>
          <a:xfrm>
            <a:off x="799427" y="971106"/>
            <a:ext cx="2399982" cy="1942213"/>
          </a:xfrm>
          <a:prstGeom prst="roundRect">
            <a:avLst/>
          </a:prstGeom>
          <a:noFill/>
          <a:ln>
            <a:noFill/>
          </a:ln>
        </p:spPr>
      </p:pic>
      <p:pic>
        <p:nvPicPr>
          <p:cNvPr id="28" name="Google Shape;97;p3" descr="Screenshot (4).png">
            <a:extLst>
              <a:ext uri="{FF2B5EF4-FFF2-40B4-BE49-F238E27FC236}">
                <a16:creationId xmlns:a16="http://schemas.microsoft.com/office/drawing/2014/main" id="{58901936-0383-291A-32E5-A1FF62276553}"/>
              </a:ext>
            </a:extLst>
          </p:cNvPr>
          <p:cNvPicPr preferRelativeResize="0">
            <a:picLocks/>
          </p:cNvPicPr>
          <p:nvPr/>
        </p:nvPicPr>
        <p:blipFill rotWithShape="1">
          <a:blip r:embed="rId3">
            <a:alphaModFix/>
          </a:blip>
          <a:srcRect l="42084" t="30164" r="53034" b="57445"/>
          <a:stretch/>
        </p:blipFill>
        <p:spPr>
          <a:xfrm>
            <a:off x="7353201" y="3210674"/>
            <a:ext cx="1335522" cy="1684786"/>
          </a:xfrm>
          <a:prstGeom prst="roundRect">
            <a:avLst/>
          </a:prstGeom>
          <a:noFill/>
          <a:ln>
            <a:noFill/>
          </a:ln>
        </p:spPr>
      </p:pic>
      <p:pic>
        <p:nvPicPr>
          <p:cNvPr id="29" name="Google Shape;97;p3" descr="Screenshot (4).png">
            <a:extLst>
              <a:ext uri="{FF2B5EF4-FFF2-40B4-BE49-F238E27FC236}">
                <a16:creationId xmlns:a16="http://schemas.microsoft.com/office/drawing/2014/main" id="{FB4B0B98-1A16-1BA0-1319-1F0F08D03005}"/>
              </a:ext>
            </a:extLst>
          </p:cNvPr>
          <p:cNvPicPr preferRelativeResize="0">
            <a:picLocks/>
          </p:cNvPicPr>
          <p:nvPr/>
        </p:nvPicPr>
        <p:blipFill rotWithShape="1">
          <a:blip r:embed="rId3">
            <a:alphaModFix/>
          </a:blip>
          <a:srcRect l="33621" t="30164" r="61537" b="57445"/>
          <a:stretch/>
        </p:blipFill>
        <p:spPr>
          <a:xfrm>
            <a:off x="5168609" y="3210674"/>
            <a:ext cx="1324532" cy="1684786"/>
          </a:xfrm>
          <a:prstGeom prst="roundRect">
            <a:avLst/>
          </a:prstGeom>
          <a:noFill/>
          <a:ln>
            <a:noFill/>
          </a:ln>
        </p:spPr>
      </p:pic>
      <p:pic>
        <p:nvPicPr>
          <p:cNvPr id="30" name="Google Shape;97;p3" descr="Screenshot (4).png">
            <a:extLst>
              <a:ext uri="{FF2B5EF4-FFF2-40B4-BE49-F238E27FC236}">
                <a16:creationId xmlns:a16="http://schemas.microsoft.com/office/drawing/2014/main" id="{9EF60D89-8D35-E1F6-6EB8-E86B7DF3D208}"/>
              </a:ext>
            </a:extLst>
          </p:cNvPr>
          <p:cNvPicPr preferRelativeResize="0">
            <a:picLocks/>
          </p:cNvPicPr>
          <p:nvPr/>
        </p:nvPicPr>
        <p:blipFill rotWithShape="1">
          <a:blip r:embed="rId3">
            <a:alphaModFix/>
          </a:blip>
          <a:srcRect l="25158" t="30164" r="70000" b="57445"/>
          <a:stretch/>
        </p:blipFill>
        <p:spPr>
          <a:xfrm>
            <a:off x="2984017" y="3210674"/>
            <a:ext cx="1324532" cy="1684786"/>
          </a:xfrm>
          <a:prstGeom prst="roundRect">
            <a:avLst/>
          </a:prstGeom>
          <a:noFill/>
          <a:ln>
            <a:noFill/>
          </a:ln>
        </p:spPr>
      </p:pic>
      <p:pic>
        <p:nvPicPr>
          <p:cNvPr id="31" name="Google Shape;97;p3" descr="Screenshot (4).png">
            <a:extLst>
              <a:ext uri="{FF2B5EF4-FFF2-40B4-BE49-F238E27FC236}">
                <a16:creationId xmlns:a16="http://schemas.microsoft.com/office/drawing/2014/main" id="{0FEC5E24-9FB2-2477-3EAA-831686AFC426}"/>
              </a:ext>
            </a:extLst>
          </p:cNvPr>
          <p:cNvPicPr preferRelativeResize="0">
            <a:picLocks/>
          </p:cNvPicPr>
          <p:nvPr/>
        </p:nvPicPr>
        <p:blipFill rotWithShape="1">
          <a:blip r:embed="rId3">
            <a:alphaModFix/>
          </a:blip>
          <a:srcRect l="16695" t="30164" r="78463" b="57445"/>
          <a:stretch/>
        </p:blipFill>
        <p:spPr>
          <a:xfrm>
            <a:off x="799427" y="3210675"/>
            <a:ext cx="1324530" cy="1684786"/>
          </a:xfrm>
          <a:prstGeom prst="roundRect">
            <a:avLst/>
          </a:prstGeom>
          <a:noFill/>
          <a:ln>
            <a:noFill/>
          </a:ln>
        </p:spPr>
      </p:pic>
      <p:pic>
        <p:nvPicPr>
          <p:cNvPr id="33" name="Picture 32">
            <a:extLst>
              <a:ext uri="{FF2B5EF4-FFF2-40B4-BE49-F238E27FC236}">
                <a16:creationId xmlns:a16="http://schemas.microsoft.com/office/drawing/2014/main" id="{E0331ACF-8CE5-27F3-B4C0-879748D7073F}"/>
              </a:ext>
            </a:extLst>
          </p:cNvPr>
          <p:cNvPicPr>
            <a:picLocks noChangeAspect="1"/>
          </p:cNvPicPr>
          <p:nvPr/>
        </p:nvPicPr>
        <p:blipFill>
          <a:blip r:embed="rId4"/>
          <a:stretch>
            <a:fillRect/>
          </a:stretch>
        </p:blipFill>
        <p:spPr>
          <a:xfrm flipH="1">
            <a:off x="5432469" y="4534209"/>
            <a:ext cx="2502459" cy="2217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03"/>
        <p:cNvGrpSpPr/>
        <p:nvPr/>
      </p:nvGrpSpPr>
      <p:grpSpPr>
        <a:xfrm>
          <a:off x="0" y="0"/>
          <a:ext cx="0" cy="0"/>
          <a:chOff x="0" y="0"/>
          <a:chExt cx="0" cy="0"/>
        </a:xfrm>
      </p:grpSpPr>
      <p:pic>
        <p:nvPicPr>
          <p:cNvPr id="104" name="Google Shape;104;p4" descr="Screenshot (5).png"/>
          <p:cNvPicPr preferRelativeResize="0">
            <a:picLocks noGrp="1"/>
          </p:cNvPicPr>
          <p:nvPr>
            <p:ph idx="1"/>
          </p:nvPr>
        </p:nvPicPr>
        <p:blipFill rotWithShape="1">
          <a:blip r:embed="rId3">
            <a:alphaModFix/>
          </a:blip>
          <a:srcRect l="5303" t="23943" r="86860" b="62489"/>
          <a:stretch/>
        </p:blipFill>
        <p:spPr>
          <a:xfrm>
            <a:off x="750484" y="787551"/>
            <a:ext cx="2245517" cy="2131086"/>
          </a:xfrm>
          <a:prstGeom prst="roundRect">
            <a:avLst/>
          </a:prstGeom>
          <a:noFill/>
          <a:ln>
            <a:noFill/>
          </a:ln>
        </p:spPr>
      </p:pic>
      <p:sp>
        <p:nvSpPr>
          <p:cNvPr id="105" name="Google Shape;105;p4"/>
          <p:cNvSpPr txBox="1"/>
          <p:nvPr/>
        </p:nvSpPr>
        <p:spPr>
          <a:xfrm>
            <a:off x="194929" y="-135738"/>
            <a:ext cx="9794359"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3.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3" name="Google Shape;104;p4" descr="Screenshot (5).png">
            <a:extLst>
              <a:ext uri="{FF2B5EF4-FFF2-40B4-BE49-F238E27FC236}">
                <a16:creationId xmlns:a16="http://schemas.microsoft.com/office/drawing/2014/main" id="{78CA0BC5-B339-0961-5E0E-DD41252B2908}"/>
              </a:ext>
            </a:extLst>
          </p:cNvPr>
          <p:cNvPicPr preferRelativeResize="0">
            <a:picLocks/>
          </p:cNvPicPr>
          <p:nvPr/>
        </p:nvPicPr>
        <p:blipFill rotWithShape="1">
          <a:blip r:embed="rId3">
            <a:alphaModFix/>
          </a:blip>
          <a:srcRect l="33810" t="29702" r="62000" b="59479"/>
          <a:stretch/>
        </p:blipFill>
        <p:spPr>
          <a:xfrm>
            <a:off x="5251597" y="3170093"/>
            <a:ext cx="1317910" cy="1882683"/>
          </a:xfrm>
          <a:prstGeom prst="roundRect">
            <a:avLst/>
          </a:prstGeom>
          <a:noFill/>
          <a:ln>
            <a:noFill/>
          </a:ln>
        </p:spPr>
      </p:pic>
      <p:pic>
        <p:nvPicPr>
          <p:cNvPr id="5" name="Google Shape;104;p4" descr="Screenshot (5).png">
            <a:extLst>
              <a:ext uri="{FF2B5EF4-FFF2-40B4-BE49-F238E27FC236}">
                <a16:creationId xmlns:a16="http://schemas.microsoft.com/office/drawing/2014/main" id="{509D451D-8A6B-087A-C7FF-96697F5A3E16}"/>
              </a:ext>
            </a:extLst>
          </p:cNvPr>
          <p:cNvPicPr preferRelativeResize="0">
            <a:picLocks/>
          </p:cNvPicPr>
          <p:nvPr/>
        </p:nvPicPr>
        <p:blipFill rotWithShape="1">
          <a:blip r:embed="rId3">
            <a:alphaModFix/>
          </a:blip>
          <a:srcRect l="17065" t="29702" r="78745" b="59479"/>
          <a:stretch/>
        </p:blipFill>
        <p:spPr>
          <a:xfrm>
            <a:off x="813923" y="3170093"/>
            <a:ext cx="1317906" cy="1882683"/>
          </a:xfrm>
          <a:prstGeom prst="roundRect">
            <a:avLst/>
          </a:prstGeom>
          <a:noFill/>
          <a:ln>
            <a:noFill/>
          </a:ln>
        </p:spPr>
      </p:pic>
      <p:grpSp>
        <p:nvGrpSpPr>
          <p:cNvPr id="14" name="Group 13">
            <a:extLst>
              <a:ext uri="{FF2B5EF4-FFF2-40B4-BE49-F238E27FC236}">
                <a16:creationId xmlns:a16="http://schemas.microsoft.com/office/drawing/2014/main" id="{A5AE9116-ED00-053C-6FFB-1A85DD9F2D69}"/>
              </a:ext>
            </a:extLst>
          </p:cNvPr>
          <p:cNvGrpSpPr/>
          <p:nvPr/>
        </p:nvGrpSpPr>
        <p:grpSpPr>
          <a:xfrm>
            <a:off x="7444313" y="3218299"/>
            <a:ext cx="1317908" cy="1882683"/>
            <a:chOff x="6710340" y="3429000"/>
            <a:chExt cx="1390180" cy="1935486"/>
          </a:xfrm>
        </p:grpSpPr>
        <p:pic>
          <p:nvPicPr>
            <p:cNvPr id="4" name="Google Shape;104;p4" descr="Screenshot (5).png">
              <a:extLst>
                <a:ext uri="{FF2B5EF4-FFF2-40B4-BE49-F238E27FC236}">
                  <a16:creationId xmlns:a16="http://schemas.microsoft.com/office/drawing/2014/main" id="{395D3EF5-34EF-EA96-4B14-62516608B622}"/>
                </a:ext>
              </a:extLst>
            </p:cNvPr>
            <p:cNvPicPr preferRelativeResize="0">
              <a:picLocks/>
            </p:cNvPicPr>
            <p:nvPr/>
          </p:nvPicPr>
          <p:blipFill rotWithShape="1">
            <a:blip r:embed="rId3">
              <a:alphaModFix/>
            </a:blip>
            <a:srcRect l="25422" t="29702" r="70388" b="59479"/>
            <a:stretch/>
          </p:blipFill>
          <p:spPr>
            <a:xfrm>
              <a:off x="6710340" y="3429000"/>
              <a:ext cx="1390180" cy="1935486"/>
            </a:xfrm>
            <a:prstGeom prst="roundRect">
              <a:avLst/>
            </a:prstGeom>
            <a:noFill/>
            <a:ln>
              <a:noFill/>
            </a:ln>
          </p:spPr>
        </p:pic>
        <p:pic>
          <p:nvPicPr>
            <p:cNvPr id="11" name="Google Shape;104;p4" descr="Screenshot (5).png">
              <a:extLst>
                <a:ext uri="{FF2B5EF4-FFF2-40B4-BE49-F238E27FC236}">
                  <a16:creationId xmlns:a16="http://schemas.microsoft.com/office/drawing/2014/main" id="{29ECFD5B-CBC3-9589-0112-7C0AFCF45C0D}"/>
                </a:ext>
              </a:extLst>
            </p:cNvPr>
            <p:cNvPicPr preferRelativeResize="0">
              <a:picLocks/>
            </p:cNvPicPr>
            <p:nvPr/>
          </p:nvPicPr>
          <p:blipFill rotWithShape="1">
            <a:blip r:embed="rId3">
              <a:alphaModFix/>
            </a:blip>
            <a:srcRect l="42225" t="36869" r="53360" b="59479"/>
            <a:stretch/>
          </p:blipFill>
          <p:spPr>
            <a:xfrm>
              <a:off x="6852657" y="4779695"/>
              <a:ext cx="1158976" cy="584791"/>
            </a:xfrm>
            <a:prstGeom prst="roundRect">
              <a:avLst/>
            </a:prstGeom>
            <a:noFill/>
            <a:ln>
              <a:noFill/>
            </a:ln>
          </p:spPr>
        </p:pic>
      </p:grpSp>
      <p:grpSp>
        <p:nvGrpSpPr>
          <p:cNvPr id="13" name="Group 12">
            <a:extLst>
              <a:ext uri="{FF2B5EF4-FFF2-40B4-BE49-F238E27FC236}">
                <a16:creationId xmlns:a16="http://schemas.microsoft.com/office/drawing/2014/main" id="{E1837F30-692E-693F-7670-34B57B45E932}"/>
              </a:ext>
            </a:extLst>
          </p:cNvPr>
          <p:cNvGrpSpPr/>
          <p:nvPr/>
        </p:nvGrpSpPr>
        <p:grpSpPr>
          <a:xfrm>
            <a:off x="3006634" y="3170093"/>
            <a:ext cx="1388433" cy="1882683"/>
            <a:chOff x="2835710" y="3429000"/>
            <a:chExt cx="1464572" cy="1935486"/>
          </a:xfrm>
        </p:grpSpPr>
        <p:pic>
          <p:nvPicPr>
            <p:cNvPr id="2" name="Google Shape;104;p4" descr="Screenshot (5).png">
              <a:extLst>
                <a:ext uri="{FF2B5EF4-FFF2-40B4-BE49-F238E27FC236}">
                  <a16:creationId xmlns:a16="http://schemas.microsoft.com/office/drawing/2014/main" id="{56BFC809-4C32-F491-8211-918C1A1178DA}"/>
                </a:ext>
              </a:extLst>
            </p:cNvPr>
            <p:cNvPicPr preferRelativeResize="0">
              <a:picLocks/>
            </p:cNvPicPr>
            <p:nvPr/>
          </p:nvPicPr>
          <p:blipFill rotWithShape="1">
            <a:blip r:embed="rId3">
              <a:alphaModFix/>
            </a:blip>
            <a:srcRect l="42225" t="29702" r="53360" b="59479"/>
            <a:stretch/>
          </p:blipFill>
          <p:spPr>
            <a:xfrm>
              <a:off x="2835710" y="3429000"/>
              <a:ext cx="1464572" cy="1935486"/>
            </a:xfrm>
            <a:prstGeom prst="roundRect">
              <a:avLst/>
            </a:prstGeom>
            <a:noFill/>
            <a:ln>
              <a:noFill/>
            </a:ln>
          </p:spPr>
        </p:pic>
        <p:pic>
          <p:nvPicPr>
            <p:cNvPr id="12" name="Google Shape;104;p4" descr="Screenshot (5).png">
              <a:extLst>
                <a:ext uri="{FF2B5EF4-FFF2-40B4-BE49-F238E27FC236}">
                  <a16:creationId xmlns:a16="http://schemas.microsoft.com/office/drawing/2014/main" id="{4C85D8E6-6D95-9AF2-7055-C4F751D71B48}"/>
                </a:ext>
              </a:extLst>
            </p:cNvPr>
            <p:cNvPicPr preferRelativeResize="0">
              <a:picLocks/>
            </p:cNvPicPr>
            <p:nvPr/>
          </p:nvPicPr>
          <p:blipFill rotWithShape="1">
            <a:blip r:embed="rId3">
              <a:alphaModFix/>
            </a:blip>
            <a:srcRect l="25422" t="36985" r="70388" b="59479"/>
            <a:stretch/>
          </p:blipFill>
          <p:spPr>
            <a:xfrm>
              <a:off x="2873682" y="4705224"/>
              <a:ext cx="1343087" cy="621688"/>
            </a:xfrm>
            <a:prstGeom prst="roundRect">
              <a:avLst/>
            </a:prstGeom>
            <a:noFill/>
            <a:ln>
              <a:noFill/>
            </a:ln>
          </p:spPr>
        </p:pic>
      </p:grpSp>
      <p:pic>
        <p:nvPicPr>
          <p:cNvPr id="15" name="Picture 14">
            <a:extLst>
              <a:ext uri="{FF2B5EF4-FFF2-40B4-BE49-F238E27FC236}">
                <a16:creationId xmlns:a16="http://schemas.microsoft.com/office/drawing/2014/main" id="{47E35533-1A1E-F191-0FF3-ADEE954627B0}"/>
              </a:ext>
            </a:extLst>
          </p:cNvPr>
          <p:cNvPicPr>
            <a:picLocks noChangeAspect="1"/>
          </p:cNvPicPr>
          <p:nvPr/>
        </p:nvPicPr>
        <p:blipFill>
          <a:blip r:embed="rId4"/>
          <a:stretch>
            <a:fillRect/>
          </a:stretch>
        </p:blipFill>
        <p:spPr>
          <a:xfrm flipH="1">
            <a:off x="3203212" y="4745761"/>
            <a:ext cx="2383710" cy="2112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10"/>
        <p:cNvGrpSpPr/>
        <p:nvPr/>
      </p:nvGrpSpPr>
      <p:grpSpPr>
        <a:xfrm>
          <a:off x="0" y="0"/>
          <a:ext cx="0" cy="0"/>
          <a:chOff x="0" y="0"/>
          <a:chExt cx="0" cy="0"/>
        </a:xfrm>
      </p:grpSpPr>
      <p:pic>
        <p:nvPicPr>
          <p:cNvPr id="111" name="Google Shape;111;p5" descr="Screenshot (6).png"/>
          <p:cNvPicPr preferRelativeResize="0">
            <a:picLocks noGrp="1"/>
          </p:cNvPicPr>
          <p:nvPr>
            <p:ph idx="1"/>
          </p:nvPr>
        </p:nvPicPr>
        <p:blipFill rotWithShape="1">
          <a:blip r:embed="rId3">
            <a:alphaModFix/>
          </a:blip>
          <a:srcRect l="5394" t="28235" r="87164" b="58801"/>
          <a:stretch/>
        </p:blipFill>
        <p:spPr>
          <a:xfrm>
            <a:off x="856439" y="885874"/>
            <a:ext cx="2237635" cy="2032763"/>
          </a:xfrm>
          <a:prstGeom prst="roundRect">
            <a:avLst/>
          </a:prstGeom>
          <a:noFill/>
          <a:ln>
            <a:noFill/>
          </a:ln>
        </p:spPr>
      </p:pic>
      <p:sp>
        <p:nvSpPr>
          <p:cNvPr id="112" name="Google Shape;112;p5"/>
          <p:cNvSpPr txBox="1"/>
          <p:nvPr/>
        </p:nvSpPr>
        <p:spPr>
          <a:xfrm>
            <a:off x="271130" y="-89533"/>
            <a:ext cx="11355572"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4.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Google Shape;111;p5" descr="Screenshot (6).png">
            <a:extLst>
              <a:ext uri="{FF2B5EF4-FFF2-40B4-BE49-F238E27FC236}">
                <a16:creationId xmlns:a16="http://schemas.microsoft.com/office/drawing/2014/main" id="{C31A0970-2EED-3A16-D8BF-3B5555E1D34A}"/>
              </a:ext>
            </a:extLst>
          </p:cNvPr>
          <p:cNvPicPr preferRelativeResize="0">
            <a:picLocks/>
          </p:cNvPicPr>
          <p:nvPr/>
        </p:nvPicPr>
        <p:blipFill rotWithShape="1">
          <a:blip r:embed="rId3">
            <a:alphaModFix/>
          </a:blip>
          <a:srcRect l="42202" t="34104" r="53721" b="55407"/>
          <a:stretch/>
        </p:blipFill>
        <p:spPr>
          <a:xfrm>
            <a:off x="7163854" y="3271285"/>
            <a:ext cx="1280610" cy="1570074"/>
          </a:xfrm>
          <a:prstGeom prst="roundRect">
            <a:avLst/>
          </a:prstGeom>
          <a:noFill/>
          <a:ln>
            <a:noFill/>
          </a:ln>
        </p:spPr>
      </p:pic>
      <p:pic>
        <p:nvPicPr>
          <p:cNvPr id="3" name="Google Shape;111;p5" descr="Screenshot (6).png">
            <a:extLst>
              <a:ext uri="{FF2B5EF4-FFF2-40B4-BE49-F238E27FC236}">
                <a16:creationId xmlns:a16="http://schemas.microsoft.com/office/drawing/2014/main" id="{1CA7853D-9E64-2305-7E53-F3073FCF81F7}"/>
              </a:ext>
            </a:extLst>
          </p:cNvPr>
          <p:cNvPicPr preferRelativeResize="0">
            <a:picLocks/>
          </p:cNvPicPr>
          <p:nvPr/>
        </p:nvPicPr>
        <p:blipFill rotWithShape="1">
          <a:blip r:embed="rId3">
            <a:alphaModFix/>
          </a:blip>
          <a:srcRect l="33728" t="34104" r="61989" b="55407"/>
          <a:stretch/>
        </p:blipFill>
        <p:spPr>
          <a:xfrm>
            <a:off x="5074193" y="3271285"/>
            <a:ext cx="1345492" cy="1570074"/>
          </a:xfrm>
          <a:prstGeom prst="roundRect">
            <a:avLst/>
          </a:prstGeom>
          <a:noFill/>
          <a:ln>
            <a:noFill/>
          </a:ln>
        </p:spPr>
      </p:pic>
      <p:pic>
        <p:nvPicPr>
          <p:cNvPr id="4" name="Google Shape;111;p5" descr="Screenshot (6).png">
            <a:extLst>
              <a:ext uri="{FF2B5EF4-FFF2-40B4-BE49-F238E27FC236}">
                <a16:creationId xmlns:a16="http://schemas.microsoft.com/office/drawing/2014/main" id="{AD772422-F6BD-3BD4-A608-F812F43F79FE}"/>
              </a:ext>
            </a:extLst>
          </p:cNvPr>
          <p:cNvPicPr preferRelativeResize="0">
            <a:picLocks/>
          </p:cNvPicPr>
          <p:nvPr/>
        </p:nvPicPr>
        <p:blipFill rotWithShape="1">
          <a:blip r:embed="rId3">
            <a:alphaModFix/>
          </a:blip>
          <a:srcRect l="25408" t="34104" r="70497" b="55407"/>
          <a:stretch/>
        </p:blipFill>
        <p:spPr>
          <a:xfrm>
            <a:off x="2965316" y="3271285"/>
            <a:ext cx="1286564" cy="1570074"/>
          </a:xfrm>
          <a:prstGeom prst="roundRect">
            <a:avLst/>
          </a:prstGeom>
          <a:noFill/>
          <a:ln>
            <a:noFill/>
          </a:ln>
        </p:spPr>
      </p:pic>
      <p:pic>
        <p:nvPicPr>
          <p:cNvPr id="5" name="Google Shape;111;p5" descr="Screenshot (6).png">
            <a:extLst>
              <a:ext uri="{FF2B5EF4-FFF2-40B4-BE49-F238E27FC236}">
                <a16:creationId xmlns:a16="http://schemas.microsoft.com/office/drawing/2014/main" id="{CE237854-8E80-7757-C935-6984FB6C809C}"/>
              </a:ext>
            </a:extLst>
          </p:cNvPr>
          <p:cNvPicPr preferRelativeResize="0">
            <a:picLocks/>
          </p:cNvPicPr>
          <p:nvPr/>
        </p:nvPicPr>
        <p:blipFill rotWithShape="1">
          <a:blip r:embed="rId3">
            <a:alphaModFix/>
          </a:blip>
          <a:srcRect l="17005" t="34104" r="78899" b="55407"/>
          <a:stretch/>
        </p:blipFill>
        <p:spPr>
          <a:xfrm>
            <a:off x="856439" y="3271285"/>
            <a:ext cx="1286564" cy="1570074"/>
          </a:xfrm>
          <a:prstGeom prst="roundRect">
            <a:avLst/>
          </a:prstGeom>
          <a:noFill/>
          <a:ln>
            <a:noFill/>
          </a:ln>
        </p:spPr>
      </p:pic>
      <p:pic>
        <p:nvPicPr>
          <p:cNvPr id="6" name="Picture 5">
            <a:extLst>
              <a:ext uri="{FF2B5EF4-FFF2-40B4-BE49-F238E27FC236}">
                <a16:creationId xmlns:a16="http://schemas.microsoft.com/office/drawing/2014/main" id="{AB20ECB4-2C6F-AA5B-F3C2-13B987B82BAB}"/>
              </a:ext>
            </a:extLst>
          </p:cNvPr>
          <p:cNvPicPr>
            <a:picLocks noChangeAspect="1"/>
          </p:cNvPicPr>
          <p:nvPr/>
        </p:nvPicPr>
        <p:blipFill>
          <a:blip r:embed="rId4"/>
          <a:stretch>
            <a:fillRect/>
          </a:stretch>
        </p:blipFill>
        <p:spPr>
          <a:xfrm flipH="1">
            <a:off x="7462265" y="4524153"/>
            <a:ext cx="2633799" cy="23338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17"/>
        <p:cNvGrpSpPr/>
        <p:nvPr/>
      </p:nvGrpSpPr>
      <p:grpSpPr>
        <a:xfrm>
          <a:off x="0" y="0"/>
          <a:ext cx="0" cy="0"/>
          <a:chOff x="0" y="0"/>
          <a:chExt cx="0" cy="0"/>
        </a:xfrm>
      </p:grpSpPr>
      <p:pic>
        <p:nvPicPr>
          <p:cNvPr id="3" name="Google Shape;118;p6" descr="Screenshot (9).png">
            <a:extLst>
              <a:ext uri="{FF2B5EF4-FFF2-40B4-BE49-F238E27FC236}">
                <a16:creationId xmlns:a16="http://schemas.microsoft.com/office/drawing/2014/main" id="{B498672A-B7C7-ADD5-EC5C-5092D61140FF}"/>
              </a:ext>
            </a:extLst>
          </p:cNvPr>
          <p:cNvPicPr preferRelativeResize="0">
            <a:picLocks/>
          </p:cNvPicPr>
          <p:nvPr/>
        </p:nvPicPr>
        <p:blipFill rotWithShape="1">
          <a:blip r:embed="rId3">
            <a:alphaModFix/>
          </a:blip>
          <a:srcRect l="41712" t="31248" r="53962" b="57371"/>
          <a:stretch/>
        </p:blipFill>
        <p:spPr>
          <a:xfrm>
            <a:off x="7518513" y="3292369"/>
            <a:ext cx="1283818" cy="1478162"/>
          </a:xfrm>
          <a:prstGeom prst="roundRect">
            <a:avLst/>
          </a:prstGeom>
          <a:noFill/>
          <a:ln>
            <a:noFill/>
          </a:ln>
        </p:spPr>
      </p:pic>
      <p:pic>
        <p:nvPicPr>
          <p:cNvPr id="118" name="Google Shape;118;p6" descr="Screenshot (9).png"/>
          <p:cNvPicPr preferRelativeResize="0">
            <a:picLocks noGrp="1"/>
          </p:cNvPicPr>
          <p:nvPr>
            <p:ph idx="1"/>
          </p:nvPr>
        </p:nvPicPr>
        <p:blipFill rotWithShape="1">
          <a:blip r:embed="rId3">
            <a:alphaModFix/>
          </a:blip>
          <a:srcRect l="4904" t="25784" r="87402" b="60908"/>
          <a:stretch/>
        </p:blipFill>
        <p:spPr>
          <a:xfrm>
            <a:off x="795886" y="958377"/>
            <a:ext cx="2324770" cy="1965576"/>
          </a:xfrm>
          <a:prstGeom prst="roundRect">
            <a:avLst/>
          </a:prstGeom>
          <a:noFill/>
          <a:ln>
            <a:noFill/>
          </a:ln>
        </p:spPr>
      </p:pic>
      <p:sp>
        <p:nvSpPr>
          <p:cNvPr id="119" name="Google Shape;119;p6"/>
          <p:cNvSpPr txBox="1"/>
          <p:nvPr/>
        </p:nvSpPr>
        <p:spPr>
          <a:xfrm>
            <a:off x="239232" y="35088"/>
            <a:ext cx="11196084"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5.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Picture 1">
            <a:extLst>
              <a:ext uri="{FF2B5EF4-FFF2-40B4-BE49-F238E27FC236}">
                <a16:creationId xmlns:a16="http://schemas.microsoft.com/office/drawing/2014/main" id="{B7F552CA-DAB3-A31F-B1B1-722E89FE4C13}"/>
              </a:ext>
            </a:extLst>
          </p:cNvPr>
          <p:cNvPicPr>
            <a:picLocks noChangeAspect="1"/>
          </p:cNvPicPr>
          <p:nvPr/>
        </p:nvPicPr>
        <p:blipFill>
          <a:blip r:embed="rId4"/>
          <a:stretch>
            <a:fillRect/>
          </a:stretch>
        </p:blipFill>
        <p:spPr>
          <a:xfrm flipH="1">
            <a:off x="7815033" y="4416085"/>
            <a:ext cx="2716159" cy="2406827"/>
          </a:xfrm>
          <a:prstGeom prst="rect">
            <a:avLst/>
          </a:prstGeom>
        </p:spPr>
      </p:pic>
      <p:pic>
        <p:nvPicPr>
          <p:cNvPr id="4" name="Google Shape;118;p6" descr="Screenshot (9).png">
            <a:extLst>
              <a:ext uri="{FF2B5EF4-FFF2-40B4-BE49-F238E27FC236}">
                <a16:creationId xmlns:a16="http://schemas.microsoft.com/office/drawing/2014/main" id="{4709BC61-9BAD-FBEA-8928-662005E6EBB4}"/>
              </a:ext>
            </a:extLst>
          </p:cNvPr>
          <p:cNvPicPr preferRelativeResize="0">
            <a:picLocks/>
          </p:cNvPicPr>
          <p:nvPr/>
        </p:nvPicPr>
        <p:blipFill rotWithShape="1">
          <a:blip r:embed="rId3">
            <a:alphaModFix/>
          </a:blip>
          <a:srcRect l="33346" t="31248" r="62327" b="57371"/>
          <a:stretch/>
        </p:blipFill>
        <p:spPr>
          <a:xfrm>
            <a:off x="5312906" y="3292369"/>
            <a:ext cx="1283818" cy="1478162"/>
          </a:xfrm>
          <a:prstGeom prst="roundRect">
            <a:avLst/>
          </a:prstGeom>
          <a:noFill/>
          <a:ln>
            <a:noFill/>
          </a:ln>
        </p:spPr>
      </p:pic>
      <p:pic>
        <p:nvPicPr>
          <p:cNvPr id="5" name="Google Shape;118;p6" descr="Screenshot (9).png">
            <a:extLst>
              <a:ext uri="{FF2B5EF4-FFF2-40B4-BE49-F238E27FC236}">
                <a16:creationId xmlns:a16="http://schemas.microsoft.com/office/drawing/2014/main" id="{E6A4837B-B3F2-9695-BA5D-03F1DE74FB6B}"/>
              </a:ext>
            </a:extLst>
          </p:cNvPr>
          <p:cNvPicPr preferRelativeResize="0">
            <a:picLocks/>
          </p:cNvPicPr>
          <p:nvPr/>
        </p:nvPicPr>
        <p:blipFill rotWithShape="1">
          <a:blip r:embed="rId3">
            <a:alphaModFix/>
          </a:blip>
          <a:srcRect l="25032" t="31248" r="70642" b="57371"/>
          <a:stretch/>
        </p:blipFill>
        <p:spPr>
          <a:xfrm>
            <a:off x="3049339" y="3292369"/>
            <a:ext cx="1283816" cy="1478162"/>
          </a:xfrm>
          <a:prstGeom prst="roundRect">
            <a:avLst/>
          </a:prstGeom>
          <a:noFill/>
          <a:ln>
            <a:noFill/>
          </a:ln>
        </p:spPr>
      </p:pic>
      <p:pic>
        <p:nvPicPr>
          <p:cNvPr id="6" name="Google Shape;118;p6" descr="Screenshot (9).png">
            <a:extLst>
              <a:ext uri="{FF2B5EF4-FFF2-40B4-BE49-F238E27FC236}">
                <a16:creationId xmlns:a16="http://schemas.microsoft.com/office/drawing/2014/main" id="{AC11E890-9A28-7020-FE97-267BC1A38F6A}"/>
              </a:ext>
            </a:extLst>
          </p:cNvPr>
          <p:cNvPicPr preferRelativeResize="0">
            <a:picLocks/>
          </p:cNvPicPr>
          <p:nvPr/>
        </p:nvPicPr>
        <p:blipFill rotWithShape="1">
          <a:blip r:embed="rId3">
            <a:alphaModFix/>
          </a:blip>
          <a:srcRect l="16610" t="31248" r="79064" b="57371"/>
          <a:stretch/>
        </p:blipFill>
        <p:spPr>
          <a:xfrm>
            <a:off x="833100" y="3292369"/>
            <a:ext cx="1283816" cy="1478162"/>
          </a:xfrm>
          <a:prstGeom prst="round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pic>
        <p:nvPicPr>
          <p:cNvPr id="125" name="Google Shape;125;p7" descr="Screenshot (10).png"/>
          <p:cNvPicPr preferRelativeResize="0">
            <a:picLocks noGrp="1"/>
          </p:cNvPicPr>
          <p:nvPr>
            <p:ph idx="1"/>
          </p:nvPr>
        </p:nvPicPr>
        <p:blipFill rotWithShape="1">
          <a:blip r:embed="rId3">
            <a:alphaModFix/>
          </a:blip>
          <a:srcRect l="5248" t="23776" r="87259" b="62902"/>
          <a:stretch/>
        </p:blipFill>
        <p:spPr>
          <a:xfrm>
            <a:off x="791089" y="938588"/>
            <a:ext cx="1973376" cy="1717332"/>
          </a:xfrm>
          <a:prstGeom prst="roundRect">
            <a:avLst/>
          </a:prstGeom>
          <a:noFill/>
          <a:ln>
            <a:noFill/>
          </a:ln>
        </p:spPr>
      </p:pic>
      <p:sp>
        <p:nvSpPr>
          <p:cNvPr id="126" name="Google Shape;126;p7"/>
          <p:cNvSpPr txBox="1"/>
          <p:nvPr/>
        </p:nvSpPr>
        <p:spPr>
          <a:xfrm>
            <a:off x="217967" y="15299"/>
            <a:ext cx="11483163"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6.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4" name="Google Shape;125;p7" descr="Screenshot (10).png">
            <a:extLst>
              <a:ext uri="{FF2B5EF4-FFF2-40B4-BE49-F238E27FC236}">
                <a16:creationId xmlns:a16="http://schemas.microsoft.com/office/drawing/2014/main" id="{CE5EDC15-E91E-AB6D-BD35-4D43B55B56C0}"/>
              </a:ext>
            </a:extLst>
          </p:cNvPr>
          <p:cNvPicPr preferRelativeResize="0">
            <a:picLocks/>
          </p:cNvPicPr>
          <p:nvPr/>
        </p:nvPicPr>
        <p:blipFill rotWithShape="1">
          <a:blip r:embed="rId3">
            <a:alphaModFix/>
          </a:blip>
          <a:srcRect l="33507" t="29701" r="62215" b="59350"/>
          <a:stretch/>
        </p:blipFill>
        <p:spPr>
          <a:xfrm>
            <a:off x="5001322" y="3132475"/>
            <a:ext cx="1348234" cy="1706851"/>
          </a:xfrm>
          <a:prstGeom prst="roundRect">
            <a:avLst/>
          </a:prstGeom>
          <a:noFill/>
          <a:ln>
            <a:noFill/>
          </a:ln>
        </p:spPr>
      </p:pic>
      <p:pic>
        <p:nvPicPr>
          <p:cNvPr id="6" name="Google Shape;125;p7" descr="Screenshot (10).png">
            <a:extLst>
              <a:ext uri="{FF2B5EF4-FFF2-40B4-BE49-F238E27FC236}">
                <a16:creationId xmlns:a16="http://schemas.microsoft.com/office/drawing/2014/main" id="{ADF62363-81AB-4A97-DE9C-291E9595208C}"/>
              </a:ext>
            </a:extLst>
          </p:cNvPr>
          <p:cNvPicPr preferRelativeResize="0">
            <a:picLocks/>
          </p:cNvPicPr>
          <p:nvPr/>
        </p:nvPicPr>
        <p:blipFill rotWithShape="1">
          <a:blip r:embed="rId3">
            <a:alphaModFix/>
          </a:blip>
          <a:srcRect l="16905" t="29701" r="79050" b="59350"/>
          <a:stretch/>
        </p:blipFill>
        <p:spPr>
          <a:xfrm>
            <a:off x="791089" y="3132476"/>
            <a:ext cx="1274929" cy="1706851"/>
          </a:xfrm>
          <a:prstGeom prst="roundRect">
            <a:avLst/>
          </a:prstGeom>
          <a:noFill/>
          <a:ln>
            <a:noFill/>
          </a:ln>
        </p:spPr>
      </p:pic>
      <p:grpSp>
        <p:nvGrpSpPr>
          <p:cNvPr id="9" name="Group 8">
            <a:extLst>
              <a:ext uri="{FF2B5EF4-FFF2-40B4-BE49-F238E27FC236}">
                <a16:creationId xmlns:a16="http://schemas.microsoft.com/office/drawing/2014/main" id="{69E8EDFA-FD8D-EBFA-9F66-108D69E6A499}"/>
              </a:ext>
            </a:extLst>
          </p:cNvPr>
          <p:cNvGrpSpPr/>
          <p:nvPr/>
        </p:nvGrpSpPr>
        <p:grpSpPr>
          <a:xfrm>
            <a:off x="7140383" y="3132475"/>
            <a:ext cx="1274929" cy="1706851"/>
            <a:chOff x="2849136" y="3121996"/>
            <a:chExt cx="1180784" cy="1610143"/>
          </a:xfrm>
        </p:grpSpPr>
        <p:pic>
          <p:nvPicPr>
            <p:cNvPr id="5" name="Google Shape;125;p7" descr="Screenshot (10).png">
              <a:extLst>
                <a:ext uri="{FF2B5EF4-FFF2-40B4-BE49-F238E27FC236}">
                  <a16:creationId xmlns:a16="http://schemas.microsoft.com/office/drawing/2014/main" id="{731867A2-8534-37E5-21B4-E0D5325F804D}"/>
                </a:ext>
              </a:extLst>
            </p:cNvPr>
            <p:cNvPicPr preferRelativeResize="0">
              <a:picLocks/>
            </p:cNvPicPr>
            <p:nvPr/>
          </p:nvPicPr>
          <p:blipFill rotWithShape="1">
            <a:blip r:embed="rId3">
              <a:alphaModFix/>
            </a:blip>
            <a:srcRect l="25223" t="29701" r="70732" b="59350"/>
            <a:stretch/>
          </p:blipFill>
          <p:spPr>
            <a:xfrm>
              <a:off x="2849136" y="3121996"/>
              <a:ext cx="1180784" cy="1610143"/>
            </a:xfrm>
            <a:prstGeom prst="roundRect">
              <a:avLst/>
            </a:prstGeom>
            <a:noFill/>
            <a:ln>
              <a:noFill/>
            </a:ln>
          </p:spPr>
        </p:pic>
        <p:pic>
          <p:nvPicPr>
            <p:cNvPr id="7" name="Google Shape;125;p7" descr="Screenshot (10).png">
              <a:extLst>
                <a:ext uri="{FF2B5EF4-FFF2-40B4-BE49-F238E27FC236}">
                  <a16:creationId xmlns:a16="http://schemas.microsoft.com/office/drawing/2014/main" id="{EDFEEA0B-8422-88C4-E1FC-AA07BFB624EF}"/>
                </a:ext>
              </a:extLst>
            </p:cNvPr>
            <p:cNvPicPr preferRelativeResize="0">
              <a:picLocks/>
            </p:cNvPicPr>
            <p:nvPr/>
          </p:nvPicPr>
          <p:blipFill rotWithShape="1">
            <a:blip r:embed="rId3">
              <a:alphaModFix/>
            </a:blip>
            <a:srcRect l="42666" t="36798" r="53889" b="59350"/>
            <a:stretch/>
          </p:blipFill>
          <p:spPr>
            <a:xfrm>
              <a:off x="2982951" y="4168742"/>
              <a:ext cx="912411" cy="524412"/>
            </a:xfrm>
            <a:prstGeom prst="roundRect">
              <a:avLst/>
            </a:prstGeom>
            <a:noFill/>
            <a:ln>
              <a:noFill/>
            </a:ln>
          </p:spPr>
        </p:pic>
      </p:grpSp>
      <p:grpSp>
        <p:nvGrpSpPr>
          <p:cNvPr id="10" name="Group 9">
            <a:extLst>
              <a:ext uri="{FF2B5EF4-FFF2-40B4-BE49-F238E27FC236}">
                <a16:creationId xmlns:a16="http://schemas.microsoft.com/office/drawing/2014/main" id="{D9EB0E8A-219A-863A-B03A-C9F825B62AE6}"/>
              </a:ext>
            </a:extLst>
          </p:cNvPr>
          <p:cNvGrpSpPr/>
          <p:nvPr/>
        </p:nvGrpSpPr>
        <p:grpSpPr>
          <a:xfrm>
            <a:off x="2862260" y="3136127"/>
            <a:ext cx="1348234" cy="1706851"/>
            <a:chOff x="7214839" y="3121995"/>
            <a:chExt cx="1248676" cy="1610143"/>
          </a:xfrm>
        </p:grpSpPr>
        <p:pic>
          <p:nvPicPr>
            <p:cNvPr id="3" name="Google Shape;125;p7" descr="Screenshot (10).png">
              <a:extLst>
                <a:ext uri="{FF2B5EF4-FFF2-40B4-BE49-F238E27FC236}">
                  <a16:creationId xmlns:a16="http://schemas.microsoft.com/office/drawing/2014/main" id="{DDF516AA-1791-4703-31BA-B200043C1EE3}"/>
                </a:ext>
              </a:extLst>
            </p:cNvPr>
            <p:cNvPicPr preferRelativeResize="0">
              <a:picLocks/>
            </p:cNvPicPr>
            <p:nvPr/>
          </p:nvPicPr>
          <p:blipFill rotWithShape="1">
            <a:blip r:embed="rId3">
              <a:alphaModFix/>
            </a:blip>
            <a:srcRect l="41834" t="29701" r="53888" b="59350"/>
            <a:stretch/>
          </p:blipFill>
          <p:spPr>
            <a:xfrm>
              <a:off x="7214839" y="3121995"/>
              <a:ext cx="1248676" cy="1610143"/>
            </a:xfrm>
            <a:prstGeom prst="roundRect">
              <a:avLst/>
            </a:prstGeom>
            <a:noFill/>
            <a:ln>
              <a:noFill/>
            </a:ln>
          </p:spPr>
        </p:pic>
        <p:pic>
          <p:nvPicPr>
            <p:cNvPr id="8" name="Google Shape;125;p7" descr="Screenshot (10).png">
              <a:extLst>
                <a:ext uri="{FF2B5EF4-FFF2-40B4-BE49-F238E27FC236}">
                  <a16:creationId xmlns:a16="http://schemas.microsoft.com/office/drawing/2014/main" id="{0D645DE8-C48E-7F9C-F773-A2B87F810C77}"/>
                </a:ext>
              </a:extLst>
            </p:cNvPr>
            <p:cNvPicPr preferRelativeResize="0">
              <a:picLocks/>
            </p:cNvPicPr>
            <p:nvPr/>
          </p:nvPicPr>
          <p:blipFill rotWithShape="1">
            <a:blip r:embed="rId3">
              <a:alphaModFix/>
            </a:blip>
            <a:srcRect l="25223" t="37084" r="70732" b="59350"/>
            <a:stretch/>
          </p:blipFill>
          <p:spPr>
            <a:xfrm>
              <a:off x="7248785" y="4168741"/>
              <a:ext cx="1180784" cy="524412"/>
            </a:xfrm>
            <a:prstGeom prst="roundRect">
              <a:avLst/>
            </a:prstGeom>
            <a:noFill/>
            <a:ln>
              <a:noFill/>
            </a:ln>
          </p:spPr>
        </p:pic>
      </p:grpSp>
      <p:pic>
        <p:nvPicPr>
          <p:cNvPr id="2" name="Picture 1">
            <a:extLst>
              <a:ext uri="{FF2B5EF4-FFF2-40B4-BE49-F238E27FC236}">
                <a16:creationId xmlns:a16="http://schemas.microsoft.com/office/drawing/2014/main" id="{E62DE3FC-D87F-42B8-910B-B6A54B498BAA}"/>
              </a:ext>
            </a:extLst>
          </p:cNvPr>
          <p:cNvPicPr>
            <a:picLocks noChangeAspect="1"/>
          </p:cNvPicPr>
          <p:nvPr/>
        </p:nvPicPr>
        <p:blipFill>
          <a:blip r:embed="rId4"/>
          <a:stretch>
            <a:fillRect/>
          </a:stretch>
        </p:blipFill>
        <p:spPr>
          <a:xfrm flipH="1">
            <a:off x="3143340" y="4481623"/>
            <a:ext cx="2616534" cy="23185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pic>
        <p:nvPicPr>
          <p:cNvPr id="139" name="Google Shape;139;p9" descr="Screenshot (13).png"/>
          <p:cNvPicPr preferRelativeResize="0">
            <a:picLocks noGrp="1"/>
          </p:cNvPicPr>
          <p:nvPr>
            <p:ph idx="1"/>
          </p:nvPr>
        </p:nvPicPr>
        <p:blipFill rotWithShape="1">
          <a:blip r:embed="rId3">
            <a:alphaModFix/>
          </a:blip>
          <a:srcRect l="5805" t="51318" r="86696" b="35501"/>
          <a:stretch/>
        </p:blipFill>
        <p:spPr>
          <a:xfrm>
            <a:off x="868629" y="1072332"/>
            <a:ext cx="2267976" cy="1936682"/>
          </a:xfrm>
          <a:prstGeom prst="roundRect">
            <a:avLst/>
          </a:prstGeom>
          <a:noFill/>
          <a:ln>
            <a:noFill/>
          </a:ln>
        </p:spPr>
      </p:pic>
      <p:sp>
        <p:nvSpPr>
          <p:cNvPr id="140" name="Google Shape;140;p9"/>
          <p:cNvSpPr txBox="1"/>
          <p:nvPr/>
        </p:nvSpPr>
        <p:spPr>
          <a:xfrm>
            <a:off x="265813" y="60488"/>
            <a:ext cx="10972800"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7.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3" name="Google Shape;139;p9" descr="Screenshot (13).png">
            <a:extLst>
              <a:ext uri="{FF2B5EF4-FFF2-40B4-BE49-F238E27FC236}">
                <a16:creationId xmlns:a16="http://schemas.microsoft.com/office/drawing/2014/main" id="{4B84E567-60A1-BC4F-6CDF-BE9984C339EE}"/>
              </a:ext>
            </a:extLst>
          </p:cNvPr>
          <p:cNvPicPr preferRelativeResize="0">
            <a:picLocks/>
          </p:cNvPicPr>
          <p:nvPr/>
        </p:nvPicPr>
        <p:blipFill rotWithShape="1">
          <a:blip r:embed="rId3">
            <a:alphaModFix/>
          </a:blip>
          <a:srcRect l="17571" t="57110" r="78422" b="31749"/>
          <a:stretch/>
        </p:blipFill>
        <p:spPr>
          <a:xfrm>
            <a:off x="868629" y="3205716"/>
            <a:ext cx="1326994" cy="1796903"/>
          </a:xfrm>
          <a:prstGeom prst="roundRect">
            <a:avLst/>
          </a:prstGeom>
          <a:noFill/>
          <a:ln>
            <a:noFill/>
          </a:ln>
        </p:spPr>
      </p:pic>
      <p:pic>
        <p:nvPicPr>
          <p:cNvPr id="7" name="Google Shape;139;p9" descr="Screenshot (13).png">
            <a:extLst>
              <a:ext uri="{FF2B5EF4-FFF2-40B4-BE49-F238E27FC236}">
                <a16:creationId xmlns:a16="http://schemas.microsoft.com/office/drawing/2014/main" id="{4EAA8590-05FD-A334-DF0C-447249BD65D3}"/>
              </a:ext>
            </a:extLst>
          </p:cNvPr>
          <p:cNvPicPr preferRelativeResize="0">
            <a:picLocks/>
          </p:cNvPicPr>
          <p:nvPr/>
        </p:nvPicPr>
        <p:blipFill rotWithShape="1">
          <a:blip r:embed="rId3">
            <a:alphaModFix/>
          </a:blip>
          <a:srcRect l="25861" t="57110" r="70072" b="31749"/>
          <a:stretch/>
        </p:blipFill>
        <p:spPr>
          <a:xfrm>
            <a:off x="3067449" y="3205716"/>
            <a:ext cx="1346783" cy="1796903"/>
          </a:xfrm>
          <a:prstGeom prst="roundRect">
            <a:avLst/>
          </a:prstGeom>
          <a:noFill/>
          <a:ln>
            <a:noFill/>
          </a:ln>
        </p:spPr>
      </p:pic>
      <p:pic>
        <p:nvPicPr>
          <p:cNvPr id="8" name="Google Shape;139;p9" descr="Screenshot (13).png">
            <a:extLst>
              <a:ext uri="{FF2B5EF4-FFF2-40B4-BE49-F238E27FC236}">
                <a16:creationId xmlns:a16="http://schemas.microsoft.com/office/drawing/2014/main" id="{0AE7085D-01C2-149D-A6CF-35628BD561BC}"/>
              </a:ext>
            </a:extLst>
          </p:cNvPr>
          <p:cNvPicPr preferRelativeResize="0">
            <a:picLocks/>
          </p:cNvPicPr>
          <p:nvPr/>
        </p:nvPicPr>
        <p:blipFill rotWithShape="1">
          <a:blip r:embed="rId3">
            <a:alphaModFix/>
          </a:blip>
          <a:srcRect l="34211" t="57110" r="61722" b="31749"/>
          <a:stretch/>
        </p:blipFill>
        <p:spPr>
          <a:xfrm>
            <a:off x="5153184" y="3205716"/>
            <a:ext cx="1346783" cy="1796903"/>
          </a:xfrm>
          <a:prstGeom prst="roundRect">
            <a:avLst/>
          </a:prstGeom>
          <a:noFill/>
          <a:ln>
            <a:noFill/>
          </a:ln>
        </p:spPr>
      </p:pic>
      <p:pic>
        <p:nvPicPr>
          <p:cNvPr id="9" name="Google Shape;139;p9" descr="Screenshot (13).png">
            <a:extLst>
              <a:ext uri="{FF2B5EF4-FFF2-40B4-BE49-F238E27FC236}">
                <a16:creationId xmlns:a16="http://schemas.microsoft.com/office/drawing/2014/main" id="{4B493BF8-AF21-D11B-8AA3-34E8022FBAB2}"/>
              </a:ext>
            </a:extLst>
          </p:cNvPr>
          <p:cNvPicPr preferRelativeResize="0">
            <a:picLocks/>
          </p:cNvPicPr>
          <p:nvPr/>
        </p:nvPicPr>
        <p:blipFill rotWithShape="1">
          <a:blip r:embed="rId3">
            <a:alphaModFix/>
          </a:blip>
          <a:srcRect l="42581" t="57110" r="53200" b="31749"/>
          <a:stretch/>
        </p:blipFill>
        <p:spPr>
          <a:xfrm>
            <a:off x="7305525" y="3205716"/>
            <a:ext cx="1396959" cy="1796903"/>
          </a:xfrm>
          <a:prstGeom prst="roundRect">
            <a:avLst/>
          </a:prstGeom>
          <a:noFill/>
          <a:ln>
            <a:noFill/>
          </a:ln>
        </p:spPr>
      </p:pic>
      <p:pic>
        <p:nvPicPr>
          <p:cNvPr id="2" name="Picture 1">
            <a:extLst>
              <a:ext uri="{FF2B5EF4-FFF2-40B4-BE49-F238E27FC236}">
                <a16:creationId xmlns:a16="http://schemas.microsoft.com/office/drawing/2014/main" id="{C9F0DAB5-4DBC-ECD6-20CE-22569D865A56}"/>
              </a:ext>
            </a:extLst>
          </p:cNvPr>
          <p:cNvPicPr>
            <a:picLocks noChangeAspect="1"/>
          </p:cNvPicPr>
          <p:nvPr/>
        </p:nvPicPr>
        <p:blipFill>
          <a:blip r:embed="rId4"/>
          <a:stretch>
            <a:fillRect/>
          </a:stretch>
        </p:blipFill>
        <p:spPr>
          <a:xfrm flipH="1">
            <a:off x="5509384" y="4665030"/>
            <a:ext cx="2406555" cy="21324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73"/>
        <p:cNvGrpSpPr/>
        <p:nvPr/>
      </p:nvGrpSpPr>
      <p:grpSpPr>
        <a:xfrm>
          <a:off x="0" y="0"/>
          <a:ext cx="0" cy="0"/>
          <a:chOff x="0" y="0"/>
          <a:chExt cx="0" cy="0"/>
        </a:xfrm>
      </p:grpSpPr>
      <p:pic>
        <p:nvPicPr>
          <p:cNvPr id="174" name="Google Shape;174;p14" descr="Screenshot (20).png"/>
          <p:cNvPicPr preferRelativeResize="0">
            <a:picLocks noGrp="1"/>
          </p:cNvPicPr>
          <p:nvPr>
            <p:ph idx="1"/>
          </p:nvPr>
        </p:nvPicPr>
        <p:blipFill rotWithShape="1">
          <a:blip r:embed="rId3">
            <a:alphaModFix/>
          </a:blip>
          <a:srcRect l="6196" t="23996" r="86241" b="62499"/>
          <a:stretch/>
        </p:blipFill>
        <p:spPr>
          <a:xfrm>
            <a:off x="834267" y="972879"/>
            <a:ext cx="2307654" cy="1908544"/>
          </a:xfrm>
          <a:prstGeom prst="roundRect">
            <a:avLst/>
          </a:prstGeom>
          <a:noFill/>
          <a:ln>
            <a:noFill/>
          </a:ln>
        </p:spPr>
      </p:pic>
      <p:sp>
        <p:nvSpPr>
          <p:cNvPr id="175" name="Google Shape;175;p14"/>
          <p:cNvSpPr txBox="1"/>
          <p:nvPr/>
        </p:nvSpPr>
        <p:spPr>
          <a:xfrm>
            <a:off x="232145" y="0"/>
            <a:ext cx="10820399"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8.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Google Shape;174;p14" descr="Screenshot (20).png">
            <a:extLst>
              <a:ext uri="{FF2B5EF4-FFF2-40B4-BE49-F238E27FC236}">
                <a16:creationId xmlns:a16="http://schemas.microsoft.com/office/drawing/2014/main" id="{6446DD61-306C-C32D-E71B-0C8B5786819C}"/>
              </a:ext>
            </a:extLst>
          </p:cNvPr>
          <p:cNvPicPr preferRelativeResize="0">
            <a:picLocks/>
          </p:cNvPicPr>
          <p:nvPr/>
        </p:nvPicPr>
        <p:blipFill rotWithShape="1">
          <a:blip r:embed="rId3">
            <a:alphaModFix/>
          </a:blip>
          <a:srcRect l="17989" t="29777" r="78156" b="59131"/>
          <a:stretch/>
        </p:blipFill>
        <p:spPr>
          <a:xfrm>
            <a:off x="834267" y="3168504"/>
            <a:ext cx="1245685" cy="1791584"/>
          </a:xfrm>
          <a:prstGeom prst="roundRect">
            <a:avLst/>
          </a:prstGeom>
          <a:noFill/>
          <a:ln>
            <a:noFill/>
          </a:ln>
        </p:spPr>
      </p:pic>
      <p:pic>
        <p:nvPicPr>
          <p:cNvPr id="5" name="Google Shape;174;p14" descr="Screenshot (20).png">
            <a:extLst>
              <a:ext uri="{FF2B5EF4-FFF2-40B4-BE49-F238E27FC236}">
                <a16:creationId xmlns:a16="http://schemas.microsoft.com/office/drawing/2014/main" id="{4A467182-C9FE-F74A-4696-28DC9B7BEE42}"/>
              </a:ext>
            </a:extLst>
          </p:cNvPr>
          <p:cNvPicPr preferRelativeResize="0">
            <a:picLocks/>
          </p:cNvPicPr>
          <p:nvPr/>
        </p:nvPicPr>
        <p:blipFill rotWithShape="1">
          <a:blip r:embed="rId3">
            <a:alphaModFix/>
          </a:blip>
          <a:srcRect l="26264" t="29777" r="69881" b="59131"/>
          <a:stretch/>
        </p:blipFill>
        <p:spPr>
          <a:xfrm>
            <a:off x="2877880" y="3168504"/>
            <a:ext cx="1245685" cy="1791584"/>
          </a:xfrm>
          <a:prstGeom prst="roundRect">
            <a:avLst/>
          </a:prstGeom>
          <a:noFill/>
          <a:ln>
            <a:noFill/>
          </a:ln>
        </p:spPr>
      </p:pic>
      <p:pic>
        <p:nvPicPr>
          <p:cNvPr id="6" name="Google Shape;174;p14" descr="Screenshot (20).png">
            <a:extLst>
              <a:ext uri="{FF2B5EF4-FFF2-40B4-BE49-F238E27FC236}">
                <a16:creationId xmlns:a16="http://schemas.microsoft.com/office/drawing/2014/main" id="{AF76D90E-41BE-CB81-8654-37708A694A44}"/>
              </a:ext>
            </a:extLst>
          </p:cNvPr>
          <p:cNvPicPr preferRelativeResize="0">
            <a:picLocks/>
          </p:cNvPicPr>
          <p:nvPr/>
        </p:nvPicPr>
        <p:blipFill rotWithShape="1">
          <a:blip r:embed="rId3">
            <a:alphaModFix/>
          </a:blip>
          <a:srcRect l="34688" t="29777" r="61535" b="59131"/>
          <a:stretch/>
        </p:blipFill>
        <p:spPr>
          <a:xfrm>
            <a:off x="4875718" y="3168504"/>
            <a:ext cx="1220282" cy="1791584"/>
          </a:xfrm>
          <a:prstGeom prst="roundRect">
            <a:avLst/>
          </a:prstGeom>
          <a:noFill/>
          <a:ln>
            <a:noFill/>
          </a:ln>
        </p:spPr>
      </p:pic>
      <p:pic>
        <p:nvPicPr>
          <p:cNvPr id="7" name="Google Shape;174;p14" descr="Screenshot (20).png">
            <a:extLst>
              <a:ext uri="{FF2B5EF4-FFF2-40B4-BE49-F238E27FC236}">
                <a16:creationId xmlns:a16="http://schemas.microsoft.com/office/drawing/2014/main" id="{F7CDDA59-CA58-502B-83DF-33E5502D0E4A}"/>
              </a:ext>
            </a:extLst>
          </p:cNvPr>
          <p:cNvPicPr preferRelativeResize="0">
            <a:picLocks/>
          </p:cNvPicPr>
          <p:nvPr/>
        </p:nvPicPr>
        <p:blipFill rotWithShape="1">
          <a:blip r:embed="rId3">
            <a:alphaModFix/>
          </a:blip>
          <a:srcRect l="43034" t="29777" r="53189" b="59131"/>
          <a:stretch/>
        </p:blipFill>
        <p:spPr>
          <a:xfrm>
            <a:off x="6796666" y="3168504"/>
            <a:ext cx="1220282" cy="1791584"/>
          </a:xfrm>
          <a:prstGeom prst="roundRect">
            <a:avLst/>
          </a:prstGeom>
          <a:noFill/>
          <a:ln>
            <a:noFill/>
          </a:ln>
        </p:spPr>
      </p:pic>
      <p:pic>
        <p:nvPicPr>
          <p:cNvPr id="4" name="Picture 3">
            <a:extLst>
              <a:ext uri="{FF2B5EF4-FFF2-40B4-BE49-F238E27FC236}">
                <a16:creationId xmlns:a16="http://schemas.microsoft.com/office/drawing/2014/main" id="{056A0053-7803-C7A9-928C-CA7913474CD1}"/>
              </a:ext>
            </a:extLst>
          </p:cNvPr>
          <p:cNvPicPr>
            <a:picLocks noChangeAspect="1"/>
          </p:cNvPicPr>
          <p:nvPr/>
        </p:nvPicPr>
        <p:blipFill>
          <a:blip r:embed="rId4"/>
          <a:stretch>
            <a:fillRect/>
          </a:stretch>
        </p:blipFill>
        <p:spPr>
          <a:xfrm flipH="1">
            <a:off x="3024963" y="4573247"/>
            <a:ext cx="2578396" cy="22847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01"/>
        <p:cNvGrpSpPr/>
        <p:nvPr/>
      </p:nvGrpSpPr>
      <p:grpSpPr>
        <a:xfrm>
          <a:off x="0" y="0"/>
          <a:ext cx="0" cy="0"/>
          <a:chOff x="0" y="0"/>
          <a:chExt cx="0" cy="0"/>
        </a:xfrm>
      </p:grpSpPr>
      <p:pic>
        <p:nvPicPr>
          <p:cNvPr id="202" name="Google Shape;202;p18" descr="Screenshot (24).png"/>
          <p:cNvPicPr preferRelativeResize="0">
            <a:picLocks noGrp="1"/>
          </p:cNvPicPr>
          <p:nvPr>
            <p:ph idx="1"/>
          </p:nvPr>
        </p:nvPicPr>
        <p:blipFill rotWithShape="1">
          <a:blip r:embed="rId3">
            <a:alphaModFix/>
          </a:blip>
          <a:srcRect l="6384" t="58253" r="85806" b="28204"/>
          <a:stretch/>
        </p:blipFill>
        <p:spPr>
          <a:xfrm>
            <a:off x="846715" y="935146"/>
            <a:ext cx="2332419" cy="1994123"/>
          </a:xfrm>
          <a:prstGeom prst="roundRect">
            <a:avLst/>
          </a:prstGeom>
          <a:noFill/>
          <a:ln>
            <a:noFill/>
          </a:ln>
        </p:spPr>
      </p:pic>
      <p:sp>
        <p:nvSpPr>
          <p:cNvPr id="203" name="Google Shape;203;p18"/>
          <p:cNvSpPr txBox="1"/>
          <p:nvPr/>
        </p:nvSpPr>
        <p:spPr>
          <a:xfrm>
            <a:off x="292396" y="219005"/>
            <a:ext cx="10643190" cy="646290"/>
          </a:xfrm>
          <a:prstGeom prst="rect">
            <a:avLst/>
          </a:prstGeom>
          <a:noFill/>
          <a:ln>
            <a:noFill/>
          </a:ln>
        </p:spPr>
        <p:txBody>
          <a:bodyPr spcFirstLastPara="1" wrap="square" lIns="91425" tIns="45700" rIns="91425" bIns="45700" anchor="t" anchorCtr="0">
            <a:spAutoFit/>
          </a:bodyPr>
          <a:lstStyle/>
          <a:p>
            <a:r>
              <a:rPr lang="en-US" sz="3600" dirty="0">
                <a:latin typeface="Times New Roman" panose="02020603050405020304" pitchFamily="18" charset="0"/>
                <a:ea typeface="Calibri"/>
                <a:cs typeface="Times New Roman" panose="02020603050405020304" pitchFamily="18" charset="0"/>
                <a:sym typeface="Calibri"/>
              </a:rPr>
              <a:t>9.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Google Shape;202;p18" descr="Screenshot (24).png">
            <a:extLst>
              <a:ext uri="{FF2B5EF4-FFF2-40B4-BE49-F238E27FC236}">
                <a16:creationId xmlns:a16="http://schemas.microsoft.com/office/drawing/2014/main" id="{150E7F0A-5BA1-20C4-9E69-B23E8EFBFE37}"/>
              </a:ext>
            </a:extLst>
          </p:cNvPr>
          <p:cNvPicPr preferRelativeResize="0">
            <a:picLocks/>
          </p:cNvPicPr>
          <p:nvPr/>
        </p:nvPicPr>
        <p:blipFill rotWithShape="1">
          <a:blip r:embed="rId3">
            <a:alphaModFix/>
          </a:blip>
          <a:srcRect l="43477" t="64057" r="52604" b="24679"/>
          <a:stretch/>
        </p:blipFill>
        <p:spPr>
          <a:xfrm>
            <a:off x="6866860" y="3222023"/>
            <a:ext cx="1187302" cy="1674629"/>
          </a:xfrm>
          <a:prstGeom prst="roundRect">
            <a:avLst/>
          </a:prstGeom>
          <a:noFill/>
          <a:ln>
            <a:noFill/>
          </a:ln>
        </p:spPr>
      </p:pic>
      <p:pic>
        <p:nvPicPr>
          <p:cNvPr id="3" name="Google Shape;202;p18" descr="Screenshot (24).png">
            <a:extLst>
              <a:ext uri="{FF2B5EF4-FFF2-40B4-BE49-F238E27FC236}">
                <a16:creationId xmlns:a16="http://schemas.microsoft.com/office/drawing/2014/main" id="{98535D90-FC06-1FFB-177A-8837CCA98474}"/>
              </a:ext>
            </a:extLst>
          </p:cNvPr>
          <p:cNvPicPr preferRelativeResize="0">
            <a:picLocks/>
          </p:cNvPicPr>
          <p:nvPr/>
        </p:nvPicPr>
        <p:blipFill rotWithShape="1">
          <a:blip r:embed="rId3">
            <a:alphaModFix/>
          </a:blip>
          <a:srcRect l="34846" t="64057" r="60921" b="24679"/>
          <a:stretch/>
        </p:blipFill>
        <p:spPr>
          <a:xfrm>
            <a:off x="4768960" y="3222023"/>
            <a:ext cx="1282652" cy="1674629"/>
          </a:xfrm>
          <a:prstGeom prst="roundRect">
            <a:avLst/>
          </a:prstGeom>
          <a:noFill/>
          <a:ln>
            <a:noFill/>
          </a:ln>
        </p:spPr>
      </p:pic>
      <p:pic>
        <p:nvPicPr>
          <p:cNvPr id="4" name="Google Shape;202;p18" descr="Screenshot (24).png">
            <a:extLst>
              <a:ext uri="{FF2B5EF4-FFF2-40B4-BE49-F238E27FC236}">
                <a16:creationId xmlns:a16="http://schemas.microsoft.com/office/drawing/2014/main" id="{EB40B588-F5D2-B80E-5C19-19DC2E5D581B}"/>
              </a:ext>
            </a:extLst>
          </p:cNvPr>
          <p:cNvPicPr preferRelativeResize="0">
            <a:picLocks/>
          </p:cNvPicPr>
          <p:nvPr/>
        </p:nvPicPr>
        <p:blipFill rotWithShape="1">
          <a:blip r:embed="rId3">
            <a:alphaModFix/>
          </a:blip>
          <a:srcRect l="26455" t="64057" r="69312" b="24679"/>
          <a:stretch/>
        </p:blipFill>
        <p:spPr>
          <a:xfrm>
            <a:off x="2784389" y="3222024"/>
            <a:ext cx="1282652" cy="1674629"/>
          </a:xfrm>
          <a:prstGeom prst="roundRect">
            <a:avLst/>
          </a:prstGeom>
          <a:noFill/>
          <a:ln>
            <a:noFill/>
          </a:ln>
        </p:spPr>
      </p:pic>
      <p:pic>
        <p:nvPicPr>
          <p:cNvPr id="5" name="Google Shape;202;p18" descr="Screenshot (24).png">
            <a:extLst>
              <a:ext uri="{FF2B5EF4-FFF2-40B4-BE49-F238E27FC236}">
                <a16:creationId xmlns:a16="http://schemas.microsoft.com/office/drawing/2014/main" id="{845C0005-F129-6F38-0F9F-FC0A04B3A1DB}"/>
              </a:ext>
            </a:extLst>
          </p:cNvPr>
          <p:cNvPicPr preferRelativeResize="0">
            <a:picLocks/>
          </p:cNvPicPr>
          <p:nvPr/>
        </p:nvPicPr>
        <p:blipFill rotWithShape="1">
          <a:blip r:embed="rId3">
            <a:alphaModFix/>
          </a:blip>
          <a:srcRect l="18209" t="64057" r="77873" b="24679"/>
          <a:stretch/>
        </p:blipFill>
        <p:spPr>
          <a:xfrm>
            <a:off x="926459" y="3222025"/>
            <a:ext cx="1187302" cy="1674629"/>
          </a:xfrm>
          <a:prstGeom prst="roundRect">
            <a:avLst/>
          </a:prstGeom>
          <a:noFill/>
          <a:ln>
            <a:noFill/>
          </a:ln>
        </p:spPr>
      </p:pic>
      <p:pic>
        <p:nvPicPr>
          <p:cNvPr id="6" name="Picture 5">
            <a:extLst>
              <a:ext uri="{FF2B5EF4-FFF2-40B4-BE49-F238E27FC236}">
                <a16:creationId xmlns:a16="http://schemas.microsoft.com/office/drawing/2014/main" id="{F801294F-89EC-2EF6-041C-6A1083A052D3}"/>
              </a:ext>
            </a:extLst>
          </p:cNvPr>
          <p:cNvPicPr>
            <a:picLocks noChangeAspect="1"/>
          </p:cNvPicPr>
          <p:nvPr/>
        </p:nvPicPr>
        <p:blipFill>
          <a:blip r:embed="rId4"/>
          <a:stretch>
            <a:fillRect/>
          </a:stretch>
        </p:blipFill>
        <p:spPr>
          <a:xfrm flipH="1">
            <a:off x="1152443" y="4536033"/>
            <a:ext cx="2578396" cy="228475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94"/>
        <p:cNvGrpSpPr/>
        <p:nvPr/>
      </p:nvGrpSpPr>
      <p:grpSpPr>
        <a:xfrm>
          <a:off x="0" y="0"/>
          <a:ext cx="0" cy="0"/>
          <a:chOff x="0" y="0"/>
          <a:chExt cx="0" cy="0"/>
        </a:xfrm>
      </p:grpSpPr>
      <p:pic>
        <p:nvPicPr>
          <p:cNvPr id="195" name="Google Shape;195;p17" descr="Screenshot (23).png"/>
          <p:cNvPicPr preferRelativeResize="0">
            <a:picLocks noGrp="1"/>
          </p:cNvPicPr>
          <p:nvPr>
            <p:ph idx="1"/>
          </p:nvPr>
        </p:nvPicPr>
        <p:blipFill rotWithShape="1">
          <a:blip r:embed="rId3">
            <a:alphaModFix/>
          </a:blip>
          <a:srcRect l="6610" t="28665" r="86005" b="58354"/>
          <a:stretch/>
        </p:blipFill>
        <p:spPr>
          <a:xfrm>
            <a:off x="940205" y="979966"/>
            <a:ext cx="2153870" cy="1769802"/>
          </a:xfrm>
          <a:prstGeom prst="roundRect">
            <a:avLst/>
          </a:prstGeom>
          <a:noFill/>
          <a:ln>
            <a:noFill/>
          </a:ln>
        </p:spPr>
      </p:pic>
      <p:sp>
        <p:nvSpPr>
          <p:cNvPr id="196" name="Google Shape;196;p17"/>
          <p:cNvSpPr txBox="1"/>
          <p:nvPr/>
        </p:nvSpPr>
        <p:spPr>
          <a:xfrm>
            <a:off x="170121" y="0"/>
            <a:ext cx="11546957" cy="923289"/>
          </a:xfrm>
          <a:prstGeom prst="rect">
            <a:avLst/>
          </a:prstGeom>
          <a:noFill/>
          <a:ln>
            <a:noFill/>
          </a:ln>
        </p:spPr>
        <p:txBody>
          <a:bodyPr spcFirstLastPara="1" wrap="square" lIns="91425" tIns="45700" rIns="91425" bIns="45700" anchor="t" anchorCtr="0">
            <a:spAutoFit/>
          </a:bodyPr>
          <a:lstStyle/>
          <a:p>
            <a:r>
              <a:rPr lang="en-US" dirty="0">
                <a:latin typeface="Calibri"/>
                <a:ea typeface="Calibri"/>
                <a:cs typeface="Calibri"/>
                <a:sym typeface="Calibri"/>
              </a:rPr>
              <a:t/>
            </a:r>
            <a:br>
              <a:rPr lang="en-US" dirty="0">
                <a:latin typeface="Calibri"/>
                <a:ea typeface="Calibri"/>
                <a:cs typeface="Calibri"/>
                <a:sym typeface="Calibri"/>
              </a:rPr>
            </a:br>
            <a:r>
              <a:rPr lang="en-US" sz="3600" dirty="0">
                <a:latin typeface="Times New Roman" panose="02020603050405020304" pitchFamily="18" charset="0"/>
                <a:ea typeface="Calibri"/>
                <a:cs typeface="Times New Roman" panose="02020603050405020304" pitchFamily="18" charset="0"/>
                <a:sym typeface="Calibri"/>
              </a:rPr>
              <a:t>10.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Google Shape;195;p17" descr="Screenshot (23).png">
            <a:extLst>
              <a:ext uri="{FF2B5EF4-FFF2-40B4-BE49-F238E27FC236}">
                <a16:creationId xmlns:a16="http://schemas.microsoft.com/office/drawing/2014/main" id="{9051FB84-3548-BC6C-8AD6-EBE1A4B6E7BB}"/>
              </a:ext>
            </a:extLst>
          </p:cNvPr>
          <p:cNvPicPr preferRelativeResize="0">
            <a:picLocks/>
          </p:cNvPicPr>
          <p:nvPr/>
        </p:nvPicPr>
        <p:blipFill rotWithShape="1">
          <a:blip r:embed="rId3">
            <a:alphaModFix/>
          </a:blip>
          <a:srcRect l="43505" t="34376" r="52436" b="54545"/>
          <a:stretch/>
        </p:blipFill>
        <p:spPr>
          <a:xfrm>
            <a:off x="7191629" y="3159696"/>
            <a:ext cx="1186827" cy="1555844"/>
          </a:xfrm>
          <a:prstGeom prst="roundRect">
            <a:avLst/>
          </a:prstGeom>
          <a:noFill/>
          <a:ln>
            <a:noFill/>
          </a:ln>
        </p:spPr>
      </p:pic>
      <p:pic>
        <p:nvPicPr>
          <p:cNvPr id="3" name="Google Shape;195;p17" descr="Screenshot (23).png">
            <a:extLst>
              <a:ext uri="{FF2B5EF4-FFF2-40B4-BE49-F238E27FC236}">
                <a16:creationId xmlns:a16="http://schemas.microsoft.com/office/drawing/2014/main" id="{B859F3C2-EA52-169A-B88A-14091A92AF5F}"/>
              </a:ext>
            </a:extLst>
          </p:cNvPr>
          <p:cNvPicPr preferRelativeResize="0">
            <a:picLocks/>
          </p:cNvPicPr>
          <p:nvPr/>
        </p:nvPicPr>
        <p:blipFill rotWithShape="1">
          <a:blip r:embed="rId3">
            <a:alphaModFix/>
          </a:blip>
          <a:srcRect l="35154" t="34376" r="60873" b="54545"/>
          <a:stretch/>
        </p:blipFill>
        <p:spPr>
          <a:xfrm>
            <a:off x="5080551" y="3159696"/>
            <a:ext cx="1161815" cy="1555844"/>
          </a:xfrm>
          <a:prstGeom prst="roundRect">
            <a:avLst/>
          </a:prstGeom>
          <a:noFill/>
          <a:ln>
            <a:noFill/>
          </a:ln>
        </p:spPr>
      </p:pic>
      <p:pic>
        <p:nvPicPr>
          <p:cNvPr id="4" name="Google Shape;195;p17" descr="Screenshot (23).png">
            <a:extLst>
              <a:ext uri="{FF2B5EF4-FFF2-40B4-BE49-F238E27FC236}">
                <a16:creationId xmlns:a16="http://schemas.microsoft.com/office/drawing/2014/main" id="{6BAC8454-A40D-8D11-EA09-C1A123DCACA7}"/>
              </a:ext>
            </a:extLst>
          </p:cNvPr>
          <p:cNvPicPr preferRelativeResize="0">
            <a:picLocks/>
          </p:cNvPicPr>
          <p:nvPr/>
        </p:nvPicPr>
        <p:blipFill rotWithShape="1">
          <a:blip r:embed="rId3">
            <a:alphaModFix/>
          </a:blip>
          <a:srcRect l="26628" t="34376" r="69399" b="54545"/>
          <a:stretch/>
        </p:blipFill>
        <p:spPr>
          <a:xfrm>
            <a:off x="3051283" y="3159696"/>
            <a:ext cx="1161815" cy="1555844"/>
          </a:xfrm>
          <a:prstGeom prst="roundRect">
            <a:avLst/>
          </a:prstGeom>
          <a:noFill/>
          <a:ln>
            <a:noFill/>
          </a:ln>
        </p:spPr>
      </p:pic>
      <p:pic>
        <p:nvPicPr>
          <p:cNvPr id="5" name="Google Shape;195;p17" descr="Screenshot (23).png">
            <a:extLst>
              <a:ext uri="{FF2B5EF4-FFF2-40B4-BE49-F238E27FC236}">
                <a16:creationId xmlns:a16="http://schemas.microsoft.com/office/drawing/2014/main" id="{285F8524-F1A8-16A9-DF77-CE33AC253492}"/>
              </a:ext>
            </a:extLst>
          </p:cNvPr>
          <p:cNvPicPr preferRelativeResize="0">
            <a:picLocks/>
          </p:cNvPicPr>
          <p:nvPr/>
        </p:nvPicPr>
        <p:blipFill rotWithShape="1">
          <a:blip r:embed="rId3">
            <a:alphaModFix/>
          </a:blip>
          <a:srcRect l="18234" t="34376" r="77792" b="54545"/>
          <a:stretch/>
        </p:blipFill>
        <p:spPr>
          <a:xfrm>
            <a:off x="940205" y="3159696"/>
            <a:ext cx="1161815" cy="1555844"/>
          </a:xfrm>
          <a:prstGeom prst="roundRect">
            <a:avLst/>
          </a:prstGeom>
          <a:noFill/>
          <a:ln>
            <a:noFill/>
          </a:ln>
        </p:spPr>
      </p:pic>
      <p:pic>
        <p:nvPicPr>
          <p:cNvPr id="6" name="Picture 5">
            <a:extLst>
              <a:ext uri="{FF2B5EF4-FFF2-40B4-BE49-F238E27FC236}">
                <a16:creationId xmlns:a16="http://schemas.microsoft.com/office/drawing/2014/main" id="{A91CE946-1346-F668-6D1F-1A6F5A0AA100}"/>
              </a:ext>
            </a:extLst>
          </p:cNvPr>
          <p:cNvPicPr>
            <a:picLocks noChangeAspect="1"/>
          </p:cNvPicPr>
          <p:nvPr/>
        </p:nvPicPr>
        <p:blipFill>
          <a:blip r:embed="rId4"/>
          <a:stretch>
            <a:fillRect/>
          </a:stretch>
        </p:blipFill>
        <p:spPr>
          <a:xfrm flipH="1">
            <a:off x="3094075" y="4375298"/>
            <a:ext cx="2729792" cy="24189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215"/>
        <p:cNvGrpSpPr/>
        <p:nvPr/>
      </p:nvGrpSpPr>
      <p:grpSpPr>
        <a:xfrm>
          <a:off x="0" y="0"/>
          <a:ext cx="0" cy="0"/>
          <a:chOff x="0" y="0"/>
          <a:chExt cx="0" cy="0"/>
        </a:xfrm>
      </p:grpSpPr>
      <p:pic>
        <p:nvPicPr>
          <p:cNvPr id="216" name="Google Shape;216;p20" descr="Screenshot (26).png"/>
          <p:cNvPicPr preferRelativeResize="0">
            <a:picLocks noGrp="1"/>
          </p:cNvPicPr>
          <p:nvPr>
            <p:ph idx="1"/>
          </p:nvPr>
        </p:nvPicPr>
        <p:blipFill rotWithShape="1">
          <a:blip r:embed="rId3">
            <a:alphaModFix/>
          </a:blip>
          <a:srcRect l="6315" t="47431" r="85997" b="39363"/>
          <a:stretch/>
        </p:blipFill>
        <p:spPr>
          <a:xfrm>
            <a:off x="974564" y="959135"/>
            <a:ext cx="2502283" cy="1996716"/>
          </a:xfrm>
          <a:prstGeom prst="roundRect">
            <a:avLst/>
          </a:prstGeom>
          <a:noFill/>
          <a:ln>
            <a:noFill/>
          </a:ln>
        </p:spPr>
      </p:pic>
      <p:sp>
        <p:nvSpPr>
          <p:cNvPr id="217" name="Google Shape;217;p20"/>
          <p:cNvSpPr txBox="1"/>
          <p:nvPr/>
        </p:nvSpPr>
        <p:spPr>
          <a:xfrm>
            <a:off x="189615" y="226828"/>
            <a:ext cx="9613604" cy="646290"/>
          </a:xfrm>
          <a:prstGeom prst="rect">
            <a:avLst/>
          </a:prstGeom>
          <a:noFill/>
          <a:ln>
            <a:noFill/>
          </a:ln>
        </p:spPr>
        <p:txBody>
          <a:bodyPr spcFirstLastPara="1" wrap="square" lIns="91425" tIns="45700" rIns="91425" bIns="45700" anchor="t" anchorCtr="0">
            <a:spAutoFit/>
          </a:bodyPr>
          <a:lstStyle/>
          <a:p>
            <a:r>
              <a:rPr lang="en-US" sz="3600" dirty="0">
                <a:latin typeface="Times New Roman" panose="02020603050405020304" pitchFamily="18" charset="0"/>
                <a:ea typeface="Calibri"/>
                <a:cs typeface="Times New Roman" panose="02020603050405020304" pitchFamily="18" charset="0"/>
                <a:sym typeface="Calibri"/>
              </a:rPr>
              <a:t>11.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Picture 1">
            <a:extLst>
              <a:ext uri="{FF2B5EF4-FFF2-40B4-BE49-F238E27FC236}">
                <a16:creationId xmlns:a16="http://schemas.microsoft.com/office/drawing/2014/main" id="{65A0C0EC-DE0B-3093-25B3-E7DD8A302598}"/>
              </a:ext>
            </a:extLst>
          </p:cNvPr>
          <p:cNvPicPr>
            <a:picLocks noChangeAspect="1"/>
          </p:cNvPicPr>
          <p:nvPr/>
        </p:nvPicPr>
        <p:blipFill>
          <a:blip r:embed="rId4"/>
          <a:stretch>
            <a:fillRect/>
          </a:stretch>
        </p:blipFill>
        <p:spPr>
          <a:xfrm flipH="1">
            <a:off x="1070344" y="4520084"/>
            <a:ext cx="2578396" cy="2284753"/>
          </a:xfrm>
          <a:prstGeom prst="rect">
            <a:avLst/>
          </a:prstGeom>
        </p:spPr>
      </p:pic>
      <p:pic>
        <p:nvPicPr>
          <p:cNvPr id="3" name="Google Shape;216;p20" descr="Screenshot (26).png">
            <a:extLst>
              <a:ext uri="{FF2B5EF4-FFF2-40B4-BE49-F238E27FC236}">
                <a16:creationId xmlns:a16="http://schemas.microsoft.com/office/drawing/2014/main" id="{80780FC0-2350-24C3-65F4-8DB2B3182A93}"/>
              </a:ext>
            </a:extLst>
          </p:cNvPr>
          <p:cNvPicPr preferRelativeResize="0">
            <a:picLocks/>
          </p:cNvPicPr>
          <p:nvPr/>
        </p:nvPicPr>
        <p:blipFill rotWithShape="1">
          <a:blip r:embed="rId3">
            <a:alphaModFix/>
          </a:blip>
          <a:srcRect l="18298" t="52907" r="77591" b="36293"/>
          <a:stretch/>
        </p:blipFill>
        <p:spPr>
          <a:xfrm>
            <a:off x="974564" y="3481464"/>
            <a:ext cx="1087650" cy="1259411"/>
          </a:xfrm>
          <a:prstGeom prst="roundRect">
            <a:avLst/>
          </a:prstGeom>
          <a:noFill/>
          <a:ln>
            <a:noFill/>
          </a:ln>
        </p:spPr>
      </p:pic>
      <p:pic>
        <p:nvPicPr>
          <p:cNvPr id="4" name="Google Shape;216;p20" descr="Screenshot (26).png">
            <a:extLst>
              <a:ext uri="{FF2B5EF4-FFF2-40B4-BE49-F238E27FC236}">
                <a16:creationId xmlns:a16="http://schemas.microsoft.com/office/drawing/2014/main" id="{7E0AED1E-0A38-B715-E62C-F9BA61AF05F4}"/>
              </a:ext>
            </a:extLst>
          </p:cNvPr>
          <p:cNvPicPr preferRelativeResize="0">
            <a:picLocks/>
          </p:cNvPicPr>
          <p:nvPr/>
        </p:nvPicPr>
        <p:blipFill rotWithShape="1">
          <a:blip r:embed="rId3">
            <a:alphaModFix/>
          </a:blip>
          <a:srcRect l="26578" t="52907" r="69311" b="36293"/>
          <a:stretch/>
        </p:blipFill>
        <p:spPr>
          <a:xfrm>
            <a:off x="2895946" y="3481464"/>
            <a:ext cx="1087650" cy="1259411"/>
          </a:xfrm>
          <a:prstGeom prst="roundRect">
            <a:avLst/>
          </a:prstGeom>
          <a:noFill/>
          <a:ln>
            <a:noFill/>
          </a:ln>
        </p:spPr>
      </p:pic>
      <p:pic>
        <p:nvPicPr>
          <p:cNvPr id="5" name="Google Shape;216;p20" descr="Screenshot (26).png">
            <a:extLst>
              <a:ext uri="{FF2B5EF4-FFF2-40B4-BE49-F238E27FC236}">
                <a16:creationId xmlns:a16="http://schemas.microsoft.com/office/drawing/2014/main" id="{44D6EC6B-2F96-5793-D225-012DBDC6D1B1}"/>
              </a:ext>
            </a:extLst>
          </p:cNvPr>
          <p:cNvPicPr preferRelativeResize="0">
            <a:picLocks/>
          </p:cNvPicPr>
          <p:nvPr/>
        </p:nvPicPr>
        <p:blipFill rotWithShape="1">
          <a:blip r:embed="rId3">
            <a:alphaModFix/>
          </a:blip>
          <a:srcRect l="35010" t="52907" r="60879" b="36293"/>
          <a:stretch/>
        </p:blipFill>
        <p:spPr>
          <a:xfrm>
            <a:off x="4817328" y="3450812"/>
            <a:ext cx="1087650" cy="1259411"/>
          </a:xfrm>
          <a:prstGeom prst="roundRect">
            <a:avLst/>
          </a:prstGeom>
          <a:noFill/>
          <a:ln>
            <a:noFill/>
          </a:ln>
        </p:spPr>
      </p:pic>
      <p:pic>
        <p:nvPicPr>
          <p:cNvPr id="6" name="Google Shape;216;p20" descr="Screenshot (26).png">
            <a:extLst>
              <a:ext uri="{FF2B5EF4-FFF2-40B4-BE49-F238E27FC236}">
                <a16:creationId xmlns:a16="http://schemas.microsoft.com/office/drawing/2014/main" id="{EC673CCF-1598-335B-F969-B15605901918}"/>
              </a:ext>
            </a:extLst>
          </p:cNvPr>
          <p:cNvPicPr preferRelativeResize="0">
            <a:picLocks/>
          </p:cNvPicPr>
          <p:nvPr/>
        </p:nvPicPr>
        <p:blipFill rotWithShape="1">
          <a:blip r:embed="rId3">
            <a:alphaModFix/>
          </a:blip>
          <a:srcRect l="43534" t="52907" r="52424" b="36293"/>
          <a:stretch/>
        </p:blipFill>
        <p:spPr>
          <a:xfrm>
            <a:off x="6862581" y="3450812"/>
            <a:ext cx="1069307" cy="1259411"/>
          </a:xfrm>
          <a:prstGeom prst="round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pic>
        <p:nvPicPr>
          <p:cNvPr id="223" name="Google Shape;223;p21" descr="Screenshot (27).png"/>
          <p:cNvPicPr preferRelativeResize="0">
            <a:picLocks noGrp="1"/>
          </p:cNvPicPr>
          <p:nvPr>
            <p:ph idx="1"/>
          </p:nvPr>
        </p:nvPicPr>
        <p:blipFill rotWithShape="1">
          <a:blip r:embed="rId3">
            <a:alphaModFix/>
          </a:blip>
          <a:srcRect l="6365" t="29818" r="85963" b="56669"/>
          <a:stretch/>
        </p:blipFill>
        <p:spPr>
          <a:xfrm>
            <a:off x="1121735" y="1132367"/>
            <a:ext cx="2068031" cy="1860698"/>
          </a:xfrm>
          <a:prstGeom prst="roundRect">
            <a:avLst/>
          </a:prstGeom>
          <a:noFill/>
          <a:ln>
            <a:noFill/>
          </a:ln>
        </p:spPr>
      </p:pic>
      <p:sp>
        <p:nvSpPr>
          <p:cNvPr id="224" name="Google Shape;224;p21"/>
          <p:cNvSpPr txBox="1"/>
          <p:nvPr/>
        </p:nvSpPr>
        <p:spPr>
          <a:xfrm>
            <a:off x="308344" y="279991"/>
            <a:ext cx="10978115" cy="646290"/>
          </a:xfrm>
          <a:prstGeom prst="rect">
            <a:avLst/>
          </a:prstGeom>
          <a:noFill/>
          <a:ln>
            <a:noFill/>
          </a:ln>
        </p:spPr>
        <p:txBody>
          <a:bodyPr spcFirstLastPara="1" wrap="square" lIns="91425" tIns="45700" rIns="91425" bIns="45700" anchor="t" anchorCtr="0">
            <a:spAutoFit/>
          </a:bodyPr>
          <a:lstStyle/>
          <a:p>
            <a:r>
              <a:rPr lang="en-US" sz="3600" dirty="0">
                <a:latin typeface="Times New Roman" panose="02020603050405020304" pitchFamily="18" charset="0"/>
                <a:ea typeface="Calibri"/>
                <a:cs typeface="Times New Roman" panose="02020603050405020304" pitchFamily="18" charset="0"/>
                <a:sym typeface="Calibri"/>
              </a:rPr>
              <a:t>12. Identify the figure that completes the pattern.</a:t>
            </a:r>
            <a:endParaRPr sz="3600" dirty="0">
              <a:latin typeface="Times New Roman" panose="02020603050405020304" pitchFamily="18" charset="0"/>
              <a:ea typeface="Calibri"/>
              <a:cs typeface="Times New Roman" panose="02020603050405020304" pitchFamily="18" charset="0"/>
              <a:sym typeface="Calibri"/>
            </a:endParaRPr>
          </a:p>
        </p:txBody>
      </p:sp>
      <p:pic>
        <p:nvPicPr>
          <p:cNvPr id="2" name="Picture 1">
            <a:extLst>
              <a:ext uri="{FF2B5EF4-FFF2-40B4-BE49-F238E27FC236}">
                <a16:creationId xmlns:a16="http://schemas.microsoft.com/office/drawing/2014/main" id="{9D13CBF2-38DB-0D0F-C4B2-155268775277}"/>
              </a:ext>
            </a:extLst>
          </p:cNvPr>
          <p:cNvPicPr>
            <a:picLocks noChangeAspect="1"/>
          </p:cNvPicPr>
          <p:nvPr/>
        </p:nvPicPr>
        <p:blipFill>
          <a:blip r:embed="rId4"/>
          <a:stretch>
            <a:fillRect/>
          </a:stretch>
        </p:blipFill>
        <p:spPr>
          <a:xfrm flipH="1">
            <a:off x="5326912" y="4514768"/>
            <a:ext cx="2578396" cy="2284753"/>
          </a:xfrm>
          <a:prstGeom prst="rect">
            <a:avLst/>
          </a:prstGeom>
        </p:spPr>
      </p:pic>
      <p:pic>
        <p:nvPicPr>
          <p:cNvPr id="3" name="Google Shape;223;p21" descr="Screenshot (27).png">
            <a:extLst>
              <a:ext uri="{FF2B5EF4-FFF2-40B4-BE49-F238E27FC236}">
                <a16:creationId xmlns:a16="http://schemas.microsoft.com/office/drawing/2014/main" id="{9B1535E7-2268-EB3B-ABD6-AE19093AD9BD}"/>
              </a:ext>
            </a:extLst>
          </p:cNvPr>
          <p:cNvPicPr preferRelativeResize="0">
            <a:picLocks/>
          </p:cNvPicPr>
          <p:nvPr/>
        </p:nvPicPr>
        <p:blipFill rotWithShape="1">
          <a:blip r:embed="rId3">
            <a:alphaModFix/>
          </a:blip>
          <a:srcRect l="18177" t="35827" r="77872" b="53308"/>
          <a:stretch/>
        </p:blipFill>
        <p:spPr>
          <a:xfrm>
            <a:off x="1121735" y="3429000"/>
            <a:ext cx="1072755" cy="1338276"/>
          </a:xfrm>
          <a:prstGeom prst="roundRect">
            <a:avLst/>
          </a:prstGeom>
          <a:noFill/>
          <a:ln>
            <a:noFill/>
          </a:ln>
        </p:spPr>
      </p:pic>
      <p:pic>
        <p:nvPicPr>
          <p:cNvPr id="4" name="Google Shape;223;p21" descr="Screenshot (27).png">
            <a:extLst>
              <a:ext uri="{FF2B5EF4-FFF2-40B4-BE49-F238E27FC236}">
                <a16:creationId xmlns:a16="http://schemas.microsoft.com/office/drawing/2014/main" id="{526A6DB8-D714-DF55-551A-F3B767CC559F}"/>
              </a:ext>
            </a:extLst>
          </p:cNvPr>
          <p:cNvPicPr preferRelativeResize="0">
            <a:picLocks/>
          </p:cNvPicPr>
          <p:nvPr/>
        </p:nvPicPr>
        <p:blipFill rotWithShape="1">
          <a:blip r:embed="rId3">
            <a:alphaModFix/>
          </a:blip>
          <a:srcRect l="26447" t="35827" r="69438" b="53308"/>
          <a:stretch/>
        </p:blipFill>
        <p:spPr>
          <a:xfrm>
            <a:off x="3114692" y="3429000"/>
            <a:ext cx="1117142" cy="1338276"/>
          </a:xfrm>
          <a:prstGeom prst="roundRect">
            <a:avLst/>
          </a:prstGeom>
          <a:noFill/>
          <a:ln>
            <a:noFill/>
          </a:ln>
        </p:spPr>
      </p:pic>
      <p:pic>
        <p:nvPicPr>
          <p:cNvPr id="5" name="Google Shape;223;p21" descr="Screenshot (27).png">
            <a:extLst>
              <a:ext uri="{FF2B5EF4-FFF2-40B4-BE49-F238E27FC236}">
                <a16:creationId xmlns:a16="http://schemas.microsoft.com/office/drawing/2014/main" id="{F327B9CA-EF61-D06D-3DD5-B3179E4EC973}"/>
              </a:ext>
            </a:extLst>
          </p:cNvPr>
          <p:cNvPicPr preferRelativeResize="0">
            <a:picLocks/>
          </p:cNvPicPr>
          <p:nvPr/>
        </p:nvPicPr>
        <p:blipFill rotWithShape="1">
          <a:blip r:embed="rId3">
            <a:alphaModFix/>
          </a:blip>
          <a:srcRect l="34879" t="35827" r="61097" b="53308"/>
          <a:stretch/>
        </p:blipFill>
        <p:spPr>
          <a:xfrm>
            <a:off x="5109893" y="3429000"/>
            <a:ext cx="1092433" cy="1338276"/>
          </a:xfrm>
          <a:prstGeom prst="roundRect">
            <a:avLst/>
          </a:prstGeom>
          <a:noFill/>
          <a:ln>
            <a:noFill/>
          </a:ln>
        </p:spPr>
      </p:pic>
      <p:pic>
        <p:nvPicPr>
          <p:cNvPr id="6" name="Google Shape;223;p21" descr="Screenshot (27).png">
            <a:extLst>
              <a:ext uri="{FF2B5EF4-FFF2-40B4-BE49-F238E27FC236}">
                <a16:creationId xmlns:a16="http://schemas.microsoft.com/office/drawing/2014/main" id="{9C7529A4-E69F-0660-2EEA-BB1A068D6026}"/>
              </a:ext>
            </a:extLst>
          </p:cNvPr>
          <p:cNvPicPr preferRelativeResize="0">
            <a:picLocks/>
          </p:cNvPicPr>
          <p:nvPr/>
        </p:nvPicPr>
        <p:blipFill rotWithShape="1">
          <a:blip r:embed="rId3">
            <a:alphaModFix/>
          </a:blip>
          <a:srcRect l="43221" t="35827" r="52755" b="53308"/>
          <a:stretch/>
        </p:blipFill>
        <p:spPr>
          <a:xfrm>
            <a:off x="7131852" y="3429000"/>
            <a:ext cx="1092432" cy="1338276"/>
          </a:xfrm>
          <a:prstGeom prst="round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79244" y="232410"/>
            <a:ext cx="8465088" cy="5857970"/>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flipH="1">
            <a:off x="4961152" y="4573247"/>
            <a:ext cx="2578396" cy="2284753"/>
          </a:xfrm>
          <a:prstGeom prst="rect">
            <a:avLst/>
          </a:prstGeom>
        </p:spPr>
      </p:pic>
    </p:spTree>
    <p:extLst>
      <p:ext uri="{BB962C8B-B14F-4D97-AF65-F5344CB8AC3E}">
        <p14:creationId xmlns:p14="http://schemas.microsoft.com/office/powerpoint/2010/main" val="292634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03718" y="443864"/>
            <a:ext cx="8746514" cy="5941655"/>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flipH="1">
            <a:off x="3174556" y="4573247"/>
            <a:ext cx="2578396" cy="2284753"/>
          </a:xfrm>
          <a:prstGeom prst="rect">
            <a:avLst/>
          </a:prstGeom>
        </p:spPr>
      </p:pic>
    </p:spTree>
    <p:extLst>
      <p:ext uri="{BB962C8B-B14F-4D97-AF65-F5344CB8AC3E}">
        <p14:creationId xmlns:p14="http://schemas.microsoft.com/office/powerpoint/2010/main" val="310558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23890" y="190206"/>
            <a:ext cx="9228405" cy="6314172"/>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6297584" y="4390367"/>
            <a:ext cx="2578396" cy="2284753"/>
          </a:xfrm>
          <a:prstGeom prst="rect">
            <a:avLst/>
          </a:prstGeom>
        </p:spPr>
      </p:pic>
    </p:spTree>
    <p:extLst>
      <p:ext uri="{BB962C8B-B14F-4D97-AF65-F5344CB8AC3E}">
        <p14:creationId xmlns:p14="http://schemas.microsoft.com/office/powerpoint/2010/main" val="20719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19360" y="176797"/>
            <a:ext cx="8605567" cy="5830107"/>
          </a:xfrm>
          <a:prstGeom prst="rect">
            <a:avLst/>
          </a:prstGeom>
        </p:spPr>
      </p:pic>
      <p:pic>
        <p:nvPicPr>
          <p:cNvPr id="6" name="Picture 5">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3962347" y="4390367"/>
            <a:ext cx="2578396" cy="2284753"/>
          </a:xfrm>
          <a:prstGeom prst="rect">
            <a:avLst/>
          </a:prstGeom>
        </p:spPr>
      </p:pic>
    </p:spTree>
    <p:extLst>
      <p:ext uri="{BB962C8B-B14F-4D97-AF65-F5344CB8AC3E}">
        <p14:creationId xmlns:p14="http://schemas.microsoft.com/office/powerpoint/2010/main" val="309685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01633" y="331103"/>
            <a:ext cx="8552922" cy="5914952"/>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2161682" y="4418503"/>
            <a:ext cx="2578396" cy="2284753"/>
          </a:xfrm>
          <a:prstGeom prst="rect">
            <a:avLst/>
          </a:prstGeom>
        </p:spPr>
      </p:pic>
    </p:spTree>
    <p:extLst>
      <p:ext uri="{BB962C8B-B14F-4D97-AF65-F5344CB8AC3E}">
        <p14:creationId xmlns:p14="http://schemas.microsoft.com/office/powerpoint/2010/main" val="2623664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36430" y="211015"/>
            <a:ext cx="8731055" cy="5683051"/>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5594199" y="4573247"/>
            <a:ext cx="2578396" cy="2284753"/>
          </a:xfrm>
          <a:prstGeom prst="rect">
            <a:avLst/>
          </a:prstGeom>
        </p:spPr>
      </p:pic>
    </p:spTree>
    <p:extLst>
      <p:ext uri="{BB962C8B-B14F-4D97-AF65-F5344CB8AC3E}">
        <p14:creationId xmlns:p14="http://schemas.microsoft.com/office/powerpoint/2010/main" val="135704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0" y="6246055"/>
            <a:ext cx="3329758" cy="369332"/>
          </a:xfrm>
          <a:prstGeom prst="rect">
            <a:avLst/>
          </a:prstGeom>
          <a:noFill/>
        </p:spPr>
        <p:txBody>
          <a:bodyPr wrap="none" rtlCol="0">
            <a:spAutoFit/>
          </a:bodyPr>
          <a:lstStyle/>
          <a:p>
            <a:r>
              <a:rPr lang="en-IN" dirty="0" smtClean="0"/>
              <a:t>Degree Rotation 180 and 45</a:t>
            </a:r>
            <a:endParaRPr lang="en-IN" dirty="0"/>
          </a:p>
        </p:txBody>
      </p:sp>
    </p:spTree>
    <p:extLst>
      <p:ext uri="{BB962C8B-B14F-4D97-AF65-F5344CB8AC3E}">
        <p14:creationId xmlns:p14="http://schemas.microsoft.com/office/powerpoint/2010/main" val="14982248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24540" y="336377"/>
            <a:ext cx="8672571" cy="5670527"/>
          </a:xfrm>
          <a:prstGeom prst="rect">
            <a:avLst/>
          </a:prstGeom>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flipH="1">
            <a:off x="8646888" y="4334096"/>
            <a:ext cx="2578396" cy="2284753"/>
          </a:xfrm>
          <a:prstGeom prst="rect">
            <a:avLst/>
          </a:prstGeom>
        </p:spPr>
      </p:pic>
    </p:spTree>
    <p:extLst>
      <p:ext uri="{BB962C8B-B14F-4D97-AF65-F5344CB8AC3E}">
        <p14:creationId xmlns:p14="http://schemas.microsoft.com/office/powerpoint/2010/main" val="279077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p:cNvSpPr txBox="1"/>
          <p:nvPr/>
        </p:nvSpPr>
        <p:spPr>
          <a:xfrm>
            <a:off x="829994" y="5641145"/>
            <a:ext cx="3246402" cy="369332"/>
          </a:xfrm>
          <a:prstGeom prst="rect">
            <a:avLst/>
          </a:prstGeom>
          <a:noFill/>
        </p:spPr>
        <p:txBody>
          <a:bodyPr wrap="none" rtlCol="0">
            <a:spAutoFit/>
          </a:bodyPr>
          <a:lstStyle/>
          <a:p>
            <a:r>
              <a:rPr lang="en-IN" dirty="0" smtClean="0"/>
              <a:t>Colour Triangle gap is there</a:t>
            </a:r>
            <a:endParaRPr lang="en-IN" dirty="0"/>
          </a:p>
        </p:txBody>
      </p:sp>
    </p:spTree>
    <p:extLst>
      <p:ext uri="{BB962C8B-B14F-4D97-AF65-F5344CB8AC3E}">
        <p14:creationId xmlns:p14="http://schemas.microsoft.com/office/powerpoint/2010/main" val="5706097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b="3018"/>
          <a:stretch/>
        </p:blipFill>
        <p:spPr bwMode="auto">
          <a:xfrm>
            <a:off x="1057170" y="837670"/>
            <a:ext cx="9521735" cy="4809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flipH="1">
            <a:off x="3090150" y="5331655"/>
            <a:ext cx="1420876" cy="1259058"/>
          </a:xfrm>
          <a:prstGeom prst="rect">
            <a:avLst/>
          </a:prstGeom>
        </p:spPr>
      </p:pic>
    </p:spTree>
    <p:extLst>
      <p:ext uri="{BB962C8B-B14F-4D97-AF65-F5344CB8AC3E}">
        <p14:creationId xmlns:p14="http://schemas.microsoft.com/office/powerpoint/2010/main" val="240285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79" y="618027"/>
            <a:ext cx="7417456" cy="53326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5189069" y="5050301"/>
            <a:ext cx="1420876" cy="1259058"/>
          </a:xfrm>
          <a:prstGeom prst="rect">
            <a:avLst/>
          </a:prstGeom>
        </p:spPr>
      </p:pic>
    </p:spTree>
    <p:extLst>
      <p:ext uri="{BB962C8B-B14F-4D97-AF65-F5344CB8AC3E}">
        <p14:creationId xmlns:p14="http://schemas.microsoft.com/office/powerpoint/2010/main" val="660860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3384" y="319235"/>
            <a:ext cx="5833330" cy="60527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5526694" y="6228471"/>
            <a:ext cx="1420876" cy="1259058"/>
          </a:xfrm>
          <a:prstGeom prst="rect">
            <a:avLst/>
          </a:prstGeom>
        </p:spPr>
      </p:pic>
    </p:spTree>
    <p:extLst>
      <p:ext uri="{BB962C8B-B14F-4D97-AF65-F5344CB8AC3E}">
        <p14:creationId xmlns:p14="http://schemas.microsoft.com/office/powerpoint/2010/main" val="31168912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2538"/>
          <a:stretch/>
        </p:blipFill>
        <p:spPr bwMode="auto">
          <a:xfrm>
            <a:off x="829993" y="170159"/>
            <a:ext cx="6077243" cy="60908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0" y="5890846"/>
            <a:ext cx="1420876" cy="1259058"/>
          </a:xfrm>
          <a:prstGeom prst="rect">
            <a:avLst/>
          </a:prstGeom>
        </p:spPr>
      </p:pic>
    </p:spTree>
    <p:extLst>
      <p:ext uri="{BB962C8B-B14F-4D97-AF65-F5344CB8AC3E}">
        <p14:creationId xmlns:p14="http://schemas.microsoft.com/office/powerpoint/2010/main" val="140487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6252" y="821731"/>
            <a:ext cx="7121671" cy="4561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9D13CBF2-38DB-0D0F-C4B2-155268775277}"/>
              </a:ext>
            </a:extLst>
          </p:cNvPr>
          <p:cNvPicPr>
            <a:picLocks noChangeAspect="1"/>
          </p:cNvPicPr>
          <p:nvPr/>
        </p:nvPicPr>
        <p:blipFill>
          <a:blip r:embed="rId3"/>
          <a:stretch>
            <a:fillRect/>
          </a:stretch>
        </p:blipFill>
        <p:spPr>
          <a:xfrm>
            <a:off x="5146866" y="5038384"/>
            <a:ext cx="1420876" cy="1259058"/>
          </a:xfrm>
          <a:prstGeom prst="rect">
            <a:avLst/>
          </a:prstGeom>
        </p:spPr>
      </p:pic>
    </p:spTree>
    <p:extLst>
      <p:ext uri="{BB962C8B-B14F-4D97-AF65-F5344CB8AC3E}">
        <p14:creationId xmlns:p14="http://schemas.microsoft.com/office/powerpoint/2010/main" val="1291478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83"/>
        <p:cNvGrpSpPr/>
        <p:nvPr/>
      </p:nvGrpSpPr>
      <p:grpSpPr>
        <a:xfrm>
          <a:off x="0" y="0"/>
          <a:ext cx="0" cy="0"/>
          <a:chOff x="0" y="0"/>
          <a:chExt cx="0" cy="0"/>
        </a:xfrm>
      </p:grpSpPr>
      <p:grpSp>
        <p:nvGrpSpPr>
          <p:cNvPr id="10" name="Group 9">
            <a:extLst>
              <a:ext uri="{FF2B5EF4-FFF2-40B4-BE49-F238E27FC236}">
                <a16:creationId xmlns:a16="http://schemas.microsoft.com/office/drawing/2014/main" id="{5768A2E4-6F29-733F-B639-4F7546453967}"/>
              </a:ext>
            </a:extLst>
          </p:cNvPr>
          <p:cNvGrpSpPr/>
          <p:nvPr/>
        </p:nvGrpSpPr>
        <p:grpSpPr>
          <a:xfrm>
            <a:off x="37214" y="0"/>
            <a:ext cx="12136178" cy="6858000"/>
            <a:chOff x="37214" y="0"/>
            <a:chExt cx="12136178" cy="6858000"/>
          </a:xfrm>
        </p:grpSpPr>
        <p:pic>
          <p:nvPicPr>
            <p:cNvPr id="9" name="Picture 8">
              <a:extLst>
                <a:ext uri="{FF2B5EF4-FFF2-40B4-BE49-F238E27FC236}">
                  <a16:creationId xmlns:a16="http://schemas.microsoft.com/office/drawing/2014/main" id="{3E7D4627-A137-3D89-2014-60AEC7B5FA93}"/>
                </a:ext>
              </a:extLst>
            </p:cNvPr>
            <p:cNvPicPr>
              <a:picLocks noChangeAspect="1"/>
            </p:cNvPicPr>
            <p:nvPr/>
          </p:nvPicPr>
          <p:blipFill>
            <a:blip r:embed="rId3"/>
            <a:srcRect l="46727" r="47581"/>
            <a:stretch/>
          </p:blipFill>
          <p:spPr>
            <a:xfrm>
              <a:off x="2984832" y="0"/>
              <a:ext cx="6259551" cy="6858000"/>
            </a:xfrm>
            <a:prstGeom prst="rect">
              <a:avLst/>
            </a:prstGeom>
          </p:spPr>
        </p:pic>
        <p:pic>
          <p:nvPicPr>
            <p:cNvPr id="7" name="Picture 6">
              <a:extLst>
                <a:ext uri="{FF2B5EF4-FFF2-40B4-BE49-F238E27FC236}">
                  <a16:creationId xmlns:a16="http://schemas.microsoft.com/office/drawing/2014/main" id="{822CCFDF-3731-6D1D-92BD-A4FD2E92EE82}"/>
                </a:ext>
              </a:extLst>
            </p:cNvPr>
            <p:cNvPicPr>
              <a:picLocks noChangeAspect="1"/>
            </p:cNvPicPr>
            <p:nvPr/>
          </p:nvPicPr>
          <p:blipFill>
            <a:blip r:embed="rId3"/>
            <a:srcRect l="46210"/>
            <a:stretch/>
          </p:blipFill>
          <p:spPr>
            <a:xfrm>
              <a:off x="9207168" y="0"/>
              <a:ext cx="2966224" cy="6858000"/>
            </a:xfrm>
            <a:prstGeom prst="rect">
              <a:avLst/>
            </a:prstGeom>
          </p:spPr>
        </p:pic>
        <p:pic>
          <p:nvPicPr>
            <p:cNvPr id="6" name="Picture 5">
              <a:extLst>
                <a:ext uri="{FF2B5EF4-FFF2-40B4-BE49-F238E27FC236}">
                  <a16:creationId xmlns:a16="http://schemas.microsoft.com/office/drawing/2014/main" id="{35633853-A19E-846A-EAF6-2ACB78A17208}"/>
                </a:ext>
              </a:extLst>
            </p:cNvPr>
            <p:cNvPicPr>
              <a:picLocks noChangeAspect="1"/>
            </p:cNvPicPr>
            <p:nvPr/>
          </p:nvPicPr>
          <p:blipFill>
            <a:blip r:embed="rId3"/>
            <a:srcRect r="47347"/>
            <a:stretch/>
          </p:blipFill>
          <p:spPr>
            <a:xfrm>
              <a:off x="37214" y="0"/>
              <a:ext cx="2966224" cy="6858000"/>
            </a:xfrm>
            <a:prstGeom prst="rect">
              <a:avLst/>
            </a:prstGeom>
          </p:spPr>
        </p:pic>
        <p:pic>
          <p:nvPicPr>
            <p:cNvPr id="5" name="Picture 4">
              <a:extLst>
                <a:ext uri="{FF2B5EF4-FFF2-40B4-BE49-F238E27FC236}">
                  <a16:creationId xmlns:a16="http://schemas.microsoft.com/office/drawing/2014/main" id="{553F6EED-1F65-C3D7-1551-C644286D106E}"/>
                </a:ext>
              </a:extLst>
            </p:cNvPr>
            <p:cNvPicPr>
              <a:picLocks noChangeAspect="1"/>
            </p:cNvPicPr>
            <p:nvPr/>
          </p:nvPicPr>
          <p:blipFill>
            <a:blip r:embed="rId4">
              <a:extLst>
                <a:ext uri="{BEBA8EAE-BF5A-486C-A8C5-ECC9F3942E4B}">
                  <a14:imgProps xmlns:a14="http://schemas.microsoft.com/office/drawing/2010/main">
                    <a14:imgLayer r:embed="rId5">
                      <a14:imgEffect>
                        <a14:saturation sat="400000"/>
                      </a14:imgEffect>
                      <a14:imgEffect>
                        <a14:brightnessContrast contrast="40000"/>
                      </a14:imgEffect>
                    </a14:imgLayer>
                  </a14:imgProps>
                </a:ext>
              </a:extLst>
            </a:blip>
            <a:stretch>
              <a:fillRect/>
            </a:stretch>
          </p:blipFill>
          <p:spPr>
            <a:xfrm>
              <a:off x="2737883" y="0"/>
              <a:ext cx="6744327" cy="6858000"/>
            </a:xfrm>
            <a:prstGeom prst="ellipse">
              <a:avLst/>
            </a:prstGeom>
          </p:spPr>
        </p:pic>
      </p:grpSp>
    </p:spTree>
    <p:extLst>
      <p:ext uri="{BB962C8B-B14F-4D97-AF65-F5344CB8AC3E}">
        <p14:creationId xmlns:p14="http://schemas.microsoft.com/office/powerpoint/2010/main" val="131800387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grpSp>
        <p:nvGrpSpPr>
          <p:cNvPr id="9" name="Group 8">
            <a:extLst>
              <a:ext uri="{FF2B5EF4-FFF2-40B4-BE49-F238E27FC236}">
                <a16:creationId xmlns:a16="http://schemas.microsoft.com/office/drawing/2014/main" id="{641AC512-18BA-B138-4E36-980ADF767CAD}"/>
              </a:ext>
            </a:extLst>
          </p:cNvPr>
          <p:cNvGrpSpPr/>
          <p:nvPr/>
        </p:nvGrpSpPr>
        <p:grpSpPr>
          <a:xfrm>
            <a:off x="510818" y="331662"/>
            <a:ext cx="4872780" cy="1415978"/>
            <a:chOff x="7831334" y="751648"/>
            <a:chExt cx="3205261" cy="929512"/>
          </a:xfrm>
          <a:noFill/>
        </p:grpSpPr>
        <p:sp>
          <p:nvSpPr>
            <p:cNvPr id="8" name="Thought Bubble: Cloud 7">
              <a:extLst>
                <a:ext uri="{FF2B5EF4-FFF2-40B4-BE49-F238E27FC236}">
                  <a16:creationId xmlns:a16="http://schemas.microsoft.com/office/drawing/2014/main" id="{31710C9F-F8EB-DECA-2B8E-61BA47EFFF60}"/>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6" name="TextBox 5">
              <a:extLst>
                <a:ext uri="{FF2B5EF4-FFF2-40B4-BE49-F238E27FC236}">
                  <a16:creationId xmlns:a16="http://schemas.microsoft.com/office/drawing/2014/main" id="{17D8EC44-8702-1193-A399-8D67F5D6414F}"/>
                </a:ext>
                <a:ext uri="{C183D7F6-B498-43B3-948B-1728B52AA6E4}">
                  <adec:decorative xmlns="" xmlns:adec="http://schemas.microsoft.com/office/drawing/2017/decorative" val="0"/>
                </a:ext>
              </a:extLst>
            </p:cNvPr>
            <p:cNvSpPr txBox="1"/>
            <p:nvPr/>
          </p:nvSpPr>
          <p:spPr>
            <a:xfrm>
              <a:off x="8195910" y="823374"/>
              <a:ext cx="2653686" cy="606115"/>
            </a:xfrm>
            <a:prstGeom prst="rect">
              <a:avLst/>
            </a:prstGeom>
            <a:grpFill/>
          </p:spPr>
          <p:txBody>
            <a:bodyPr wrap="square" rtlCol="0">
              <a:spAutoFit/>
            </a:bodyPr>
            <a:lstStyle/>
            <a:p>
              <a:r>
                <a:rPr lang="en-US" sz="5400" dirty="0">
                  <a:latin typeface="Algerian" panose="04020705040A02060702" pitchFamily="82" charset="0"/>
                </a:rPr>
                <a:t>Definition</a:t>
              </a:r>
            </a:p>
          </p:txBody>
        </p:sp>
      </p:grpSp>
      <p:grpSp>
        <p:nvGrpSpPr>
          <p:cNvPr id="13" name="Group 12">
            <a:extLst>
              <a:ext uri="{FF2B5EF4-FFF2-40B4-BE49-F238E27FC236}">
                <a16:creationId xmlns:a16="http://schemas.microsoft.com/office/drawing/2014/main" id="{4C1C28F3-8610-064B-8AF2-BE5449C33AB1}"/>
              </a:ext>
            </a:extLst>
          </p:cNvPr>
          <p:cNvGrpSpPr/>
          <p:nvPr/>
        </p:nvGrpSpPr>
        <p:grpSpPr>
          <a:xfrm>
            <a:off x="3407183" y="2144196"/>
            <a:ext cx="6093920" cy="2687437"/>
            <a:chOff x="2898582" y="2117143"/>
            <a:chExt cx="6093920" cy="2687437"/>
          </a:xfrm>
        </p:grpSpPr>
        <p:sp>
          <p:nvSpPr>
            <p:cNvPr id="7" name="Speech Bubble: Rectangle with Corners Rounded 6">
              <a:extLst>
                <a:ext uri="{FF2B5EF4-FFF2-40B4-BE49-F238E27FC236}">
                  <a16:creationId xmlns:a16="http://schemas.microsoft.com/office/drawing/2014/main" id="{C27B71EC-A6B7-FCE0-ED42-623516B1D6C3}"/>
                </a:ext>
              </a:extLst>
            </p:cNvPr>
            <p:cNvSpPr/>
            <p:nvPr/>
          </p:nvSpPr>
          <p:spPr>
            <a:xfrm flipH="1">
              <a:off x="2898582" y="2117143"/>
              <a:ext cx="6093920" cy="2687437"/>
            </a:xfrm>
            <a:prstGeom prst="wedgeRoundRectCallout">
              <a:avLst>
                <a:gd name="adj1" fmla="val -21024"/>
                <a:gd name="adj2" fmla="val 50215"/>
                <a:gd name="adj3" fmla="val 16667"/>
              </a:avLst>
            </a:prstGeom>
            <a:no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12" name="TextBox 11">
              <a:extLst>
                <a:ext uri="{FF2B5EF4-FFF2-40B4-BE49-F238E27FC236}">
                  <a16:creationId xmlns:a16="http://schemas.microsoft.com/office/drawing/2014/main" id="{407CFC08-653E-E3EA-86BF-DFE55F8AFE1B}"/>
                </a:ext>
              </a:extLst>
            </p:cNvPr>
            <p:cNvSpPr txBox="1"/>
            <p:nvPr/>
          </p:nvSpPr>
          <p:spPr>
            <a:xfrm>
              <a:off x="3165132" y="2219257"/>
              <a:ext cx="5789495" cy="2585323"/>
            </a:xfrm>
            <a:prstGeom prst="rect">
              <a:avLst/>
            </a:prstGeom>
            <a:noFill/>
          </p:spPr>
          <p:txBody>
            <a:bodyPr wrap="square" rtlCol="0">
              <a:spAutoFit/>
            </a:bodyPr>
            <a:lstStyle/>
            <a:p>
              <a:r>
                <a:rPr lang="en-US" sz="3600" dirty="0">
                  <a:latin typeface="Times New Roman" panose="02020603050405020304" pitchFamily="18" charset="0"/>
                  <a:ea typeface="Cambria" panose="02040503050406030204" pitchFamily="18" charset="0"/>
                  <a:cs typeface="Times New Roman" panose="02020603050405020304" pitchFamily="18" charset="0"/>
                </a:rPr>
                <a:t>A comparison of two like or unlike things based on their resemblance of a particular aspect. </a:t>
              </a:r>
            </a:p>
            <a:p>
              <a:endParaRPr lang="en-US" dirty="0"/>
            </a:p>
          </p:txBody>
        </p:sp>
      </p:gr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95"/>
        <p:cNvGrpSpPr/>
        <p:nvPr/>
      </p:nvGrpSpPr>
      <p:grpSpPr>
        <a:xfrm>
          <a:off x="0" y="0"/>
          <a:ext cx="0" cy="0"/>
          <a:chOff x="0" y="0"/>
          <a:chExt cx="0" cy="0"/>
        </a:xfrm>
      </p:grpSpPr>
      <p:sp>
        <p:nvSpPr>
          <p:cNvPr id="7" name="Speech Bubble: Rectangle with Corners Rounded 6">
            <a:extLst>
              <a:ext uri="{FF2B5EF4-FFF2-40B4-BE49-F238E27FC236}">
                <a16:creationId xmlns:a16="http://schemas.microsoft.com/office/drawing/2014/main" id="{9FA0654E-215E-6159-747E-39DEA8C31687}"/>
              </a:ext>
            </a:extLst>
          </p:cNvPr>
          <p:cNvSpPr/>
          <p:nvPr/>
        </p:nvSpPr>
        <p:spPr>
          <a:xfrm flipH="1">
            <a:off x="4655110" y="1875317"/>
            <a:ext cx="4409146" cy="3850316"/>
          </a:xfrm>
          <a:prstGeom prst="wedgeRoundRectCallout">
            <a:avLst>
              <a:gd name="adj1" fmla="val -21024"/>
              <a:gd name="adj2" fmla="val 50215"/>
              <a:gd name="adj3" fmla="val 16667"/>
            </a:avLst>
          </a:prstGeom>
          <a:no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97" name="Google Shape;97;p3"/>
          <p:cNvSpPr txBox="1">
            <a:spLocks noGrp="1"/>
          </p:cNvSpPr>
          <p:nvPr>
            <p:ph idx="1"/>
          </p:nvPr>
        </p:nvSpPr>
        <p:spPr>
          <a:xfrm>
            <a:off x="4998981" y="2074560"/>
            <a:ext cx="4321767" cy="3948784"/>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4000" dirty="0">
                <a:latin typeface="Times New Roman" panose="02020603050405020304" pitchFamily="18" charset="0"/>
                <a:cs typeface="Times New Roman" panose="02020603050405020304" pitchFamily="18" charset="0"/>
              </a:rPr>
              <a:t>1.Synonyms</a:t>
            </a:r>
            <a:endParaRPr sz="40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4000" dirty="0">
                <a:latin typeface="Times New Roman" panose="02020603050405020304" pitchFamily="18" charset="0"/>
                <a:cs typeface="Times New Roman" panose="02020603050405020304" pitchFamily="18" charset="0"/>
              </a:rPr>
              <a:t>2.Antonyms</a:t>
            </a:r>
            <a:endParaRPr sz="40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4000" dirty="0">
                <a:latin typeface="Times New Roman" panose="02020603050405020304" pitchFamily="18" charset="0"/>
                <a:cs typeface="Times New Roman" panose="02020603050405020304" pitchFamily="18" charset="0"/>
              </a:rPr>
              <a:t>3.Object/Purpose</a:t>
            </a:r>
            <a:endParaRPr sz="40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4000" dirty="0">
                <a:latin typeface="Times New Roman" panose="02020603050405020304" pitchFamily="18" charset="0"/>
                <a:cs typeface="Times New Roman" panose="02020603050405020304" pitchFamily="18" charset="0"/>
              </a:rPr>
              <a:t>4.Source/Product</a:t>
            </a:r>
            <a:endParaRPr sz="40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4000" dirty="0">
                <a:latin typeface="Times New Roman" panose="02020603050405020304" pitchFamily="18" charset="0"/>
                <a:cs typeface="Times New Roman" panose="02020603050405020304" pitchFamily="18" charset="0"/>
              </a:rPr>
              <a:t>5.Part/Whole</a:t>
            </a:r>
            <a:endParaRPr sz="40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3000" dirty="0"/>
          </a:p>
        </p:txBody>
      </p:sp>
      <p:grpSp>
        <p:nvGrpSpPr>
          <p:cNvPr id="2" name="Group 1">
            <a:extLst>
              <a:ext uri="{FF2B5EF4-FFF2-40B4-BE49-F238E27FC236}">
                <a16:creationId xmlns:a16="http://schemas.microsoft.com/office/drawing/2014/main" id="{EE44E039-8415-19AB-00E2-E4BFDE185496}"/>
              </a:ext>
            </a:extLst>
          </p:cNvPr>
          <p:cNvGrpSpPr/>
          <p:nvPr/>
        </p:nvGrpSpPr>
        <p:grpSpPr>
          <a:xfrm>
            <a:off x="510819" y="156909"/>
            <a:ext cx="6518268" cy="1483745"/>
            <a:chOff x="7831334" y="751648"/>
            <a:chExt cx="3385450" cy="929512"/>
          </a:xfrm>
          <a:noFill/>
        </p:grpSpPr>
        <p:sp>
          <p:nvSpPr>
            <p:cNvPr id="3" name="Thought Bubble: Cloud 2">
              <a:extLst>
                <a:ext uri="{FF2B5EF4-FFF2-40B4-BE49-F238E27FC236}">
                  <a16:creationId xmlns:a16="http://schemas.microsoft.com/office/drawing/2014/main" id="{86A0D02E-4F18-4211-17E1-1E54C2CF93D8}"/>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8F15279E-5C3A-92ED-8519-711A50DCFA9F}"/>
                </a:ext>
                <a:ext uri="{C183D7F6-B498-43B3-948B-1728B52AA6E4}">
                  <adec:decorative xmlns="" xmlns:adec="http://schemas.microsoft.com/office/drawing/2017/decorative" val="0"/>
                </a:ext>
              </a:extLst>
            </p:cNvPr>
            <p:cNvSpPr txBox="1"/>
            <p:nvPr/>
          </p:nvSpPr>
          <p:spPr>
            <a:xfrm>
              <a:off x="8247058" y="945623"/>
              <a:ext cx="2969726" cy="404903"/>
            </a:xfrm>
            <a:prstGeom prst="rect">
              <a:avLst/>
            </a:prstGeom>
            <a:grpFill/>
          </p:spPr>
          <p:txBody>
            <a:bodyPr wrap="square" rtlCol="0">
              <a:spAutoFit/>
            </a:bodyPr>
            <a:lstStyle/>
            <a:p>
              <a:r>
                <a:rPr lang="en-US" sz="3600" dirty="0">
                  <a:latin typeface="Algerian" panose="04020705040A02060702" pitchFamily="82" charset="0"/>
                </a:rPr>
                <a:t>TYPES OF ANALOGY</a:t>
              </a:r>
            </a:p>
          </p:txBody>
        </p:sp>
      </p:gr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101"/>
        <p:cNvGrpSpPr/>
        <p:nvPr/>
      </p:nvGrpSpPr>
      <p:grpSpPr>
        <a:xfrm>
          <a:off x="0" y="0"/>
          <a:ext cx="0" cy="0"/>
          <a:chOff x="0" y="0"/>
          <a:chExt cx="0" cy="0"/>
        </a:xfrm>
      </p:grpSpPr>
      <p:sp>
        <p:nvSpPr>
          <p:cNvPr id="14" name="Speech Bubble: Rectangle with Corners Rounded 13">
            <a:extLst>
              <a:ext uri="{FF2B5EF4-FFF2-40B4-BE49-F238E27FC236}">
                <a16:creationId xmlns:a16="http://schemas.microsoft.com/office/drawing/2014/main" id="{065CBACC-4DF5-B70A-86B0-BBAF42DAD7C0}"/>
              </a:ext>
            </a:extLst>
          </p:cNvPr>
          <p:cNvSpPr/>
          <p:nvPr/>
        </p:nvSpPr>
        <p:spPr>
          <a:xfrm flipH="1">
            <a:off x="1695892" y="1651926"/>
            <a:ext cx="8936666" cy="4254460"/>
          </a:xfrm>
          <a:prstGeom prst="wedgeRoundRectCallout">
            <a:avLst>
              <a:gd name="adj1" fmla="val -21024"/>
              <a:gd name="adj2" fmla="val 50215"/>
              <a:gd name="adj3" fmla="val 16667"/>
            </a:avLst>
          </a:prstGeom>
          <a:no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grpSp>
        <p:nvGrpSpPr>
          <p:cNvPr id="6" name="Group 5">
            <a:extLst>
              <a:ext uri="{FF2B5EF4-FFF2-40B4-BE49-F238E27FC236}">
                <a16:creationId xmlns:a16="http://schemas.microsoft.com/office/drawing/2014/main" id="{020F47E5-9AA9-3C57-D72A-8509BA22499C}"/>
              </a:ext>
            </a:extLst>
          </p:cNvPr>
          <p:cNvGrpSpPr/>
          <p:nvPr/>
        </p:nvGrpSpPr>
        <p:grpSpPr>
          <a:xfrm>
            <a:off x="510820" y="156909"/>
            <a:ext cx="4008018" cy="1246589"/>
            <a:chOff x="7831334" y="751648"/>
            <a:chExt cx="3555214" cy="929512"/>
          </a:xfrm>
          <a:noFill/>
        </p:grpSpPr>
        <p:sp>
          <p:nvSpPr>
            <p:cNvPr id="7" name="Thought Bubble: Cloud 6">
              <a:extLst>
                <a:ext uri="{FF2B5EF4-FFF2-40B4-BE49-F238E27FC236}">
                  <a16:creationId xmlns:a16="http://schemas.microsoft.com/office/drawing/2014/main" id="{5156D884-3789-3113-47E3-819A40B6CBE1}"/>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8" name="TextBox 7">
              <a:extLst>
                <a:ext uri="{FF2B5EF4-FFF2-40B4-BE49-F238E27FC236}">
                  <a16:creationId xmlns:a16="http://schemas.microsoft.com/office/drawing/2014/main" id="{0013A9D8-FF9F-AC8F-19EF-C3AC5CC90087}"/>
                </a:ext>
                <a:ext uri="{C183D7F6-B498-43B3-948B-1728B52AA6E4}">
                  <adec:decorative xmlns="" xmlns:adec="http://schemas.microsoft.com/office/drawing/2017/decorative" val="0"/>
                </a:ext>
              </a:extLst>
            </p:cNvPr>
            <p:cNvSpPr txBox="1"/>
            <p:nvPr/>
          </p:nvSpPr>
          <p:spPr>
            <a:xfrm>
              <a:off x="8416822" y="936887"/>
              <a:ext cx="2969726" cy="481933"/>
            </a:xfrm>
            <a:prstGeom prst="rect">
              <a:avLst/>
            </a:prstGeom>
            <a:grpFill/>
          </p:spPr>
          <p:txBody>
            <a:bodyPr wrap="square" rtlCol="0">
              <a:spAutoFit/>
            </a:bodyPr>
            <a:lstStyle/>
            <a:p>
              <a:r>
                <a:rPr lang="en-US" sz="3600" dirty="0">
                  <a:latin typeface="Algerian" panose="04020705040A02060702" pitchFamily="82" charset="0"/>
                </a:rPr>
                <a:t>SYNONYMS</a:t>
              </a:r>
            </a:p>
          </p:txBody>
        </p:sp>
      </p:grpSp>
      <p:sp>
        <p:nvSpPr>
          <p:cNvPr id="13" name="TextBox 12">
            <a:extLst>
              <a:ext uri="{FF2B5EF4-FFF2-40B4-BE49-F238E27FC236}">
                <a16:creationId xmlns:a16="http://schemas.microsoft.com/office/drawing/2014/main" id="{49C5C44B-3676-B931-2827-9D856EEFFC7A}"/>
              </a:ext>
            </a:extLst>
          </p:cNvPr>
          <p:cNvSpPr txBox="1"/>
          <p:nvPr/>
        </p:nvSpPr>
        <p:spPr>
          <a:xfrm>
            <a:off x="2163726" y="1791586"/>
            <a:ext cx="9558669" cy="4201150"/>
          </a:xfrm>
          <a:prstGeom prst="rect">
            <a:avLst/>
          </a:prstGeom>
          <a:noFill/>
        </p:spPr>
        <p:txBody>
          <a:bodyPr wrap="square" rtlCol="0">
            <a:spAutoFit/>
          </a:bodyPr>
          <a:lstStyle/>
          <a:p>
            <a:pPr marL="0" indent="0" algn="just">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Bad   : Awful       :: Terrible        : Horrible</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Good : Fine         :: Excellent     : Great</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Hot    : Burning   :: Fiery            : Boiling</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Cold  : Chilly      :: Freezing       : Frosty</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Easy  : Simple     :: Effortless     : Straightforward</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Hard  : difficult.  :: Challenging : Tough</a:t>
            </a:r>
          </a:p>
          <a:p>
            <a:pPr marL="0" indent="0" algn="just">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Big    : Large       :: Huge            : Giant    </a:t>
            </a:r>
          </a:p>
          <a:p>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107"/>
        <p:cNvGrpSpPr/>
        <p:nvPr/>
      </p:nvGrpSpPr>
      <p:grpSpPr>
        <a:xfrm>
          <a:off x="0" y="0"/>
          <a:ext cx="0" cy="0"/>
          <a:chOff x="0" y="0"/>
          <a:chExt cx="0" cy="0"/>
        </a:xfrm>
      </p:grpSpPr>
      <p:sp>
        <p:nvSpPr>
          <p:cNvPr id="2" name="Speech Bubble: Rectangle with Corners Rounded 1">
            <a:extLst>
              <a:ext uri="{FF2B5EF4-FFF2-40B4-BE49-F238E27FC236}">
                <a16:creationId xmlns:a16="http://schemas.microsoft.com/office/drawing/2014/main" id="{7458EB42-8747-822F-E6FE-13EA1350636D}"/>
              </a:ext>
            </a:extLst>
          </p:cNvPr>
          <p:cNvSpPr/>
          <p:nvPr/>
        </p:nvSpPr>
        <p:spPr>
          <a:xfrm flipH="1">
            <a:off x="1412357" y="111640"/>
            <a:ext cx="9367285" cy="6374219"/>
          </a:xfrm>
          <a:prstGeom prst="wedgeRoundRectCallout">
            <a:avLst>
              <a:gd name="adj1" fmla="val -21024"/>
              <a:gd name="adj2" fmla="val 50215"/>
              <a:gd name="adj3" fmla="val 16667"/>
            </a:avLst>
          </a:prstGeom>
          <a:no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108" name="Google Shape;108;p5"/>
          <p:cNvSpPr txBox="1">
            <a:spLocks noGrp="1"/>
          </p:cNvSpPr>
          <p:nvPr>
            <p:ph idx="1"/>
          </p:nvPr>
        </p:nvSpPr>
        <p:spPr>
          <a:xfrm>
            <a:off x="1977657" y="324293"/>
            <a:ext cx="9563986" cy="6103089"/>
          </a:xfrm>
          <a:prstGeom prst="rect">
            <a:avLst/>
          </a:prstGeom>
          <a:noFill/>
          <a:ln>
            <a:noFill/>
          </a:ln>
        </p:spPr>
        <p:txBody>
          <a:bodyPr spcFirstLastPara="1" vert="horz" wrap="square" lIns="68569" tIns="34275" rIns="68569" bIns="34275" rtlCol="0" anchor="t" anchorCtr="0">
            <a:normAutofit fontScale="92500" lnSpcReduction="10000"/>
          </a:bodyPr>
          <a:lstStyle/>
          <a:p>
            <a:pPr marL="0" indent="0">
              <a:spcBef>
                <a:spcPts val="0"/>
              </a:spcBef>
              <a:buClr>
                <a:schemeClr val="dk1"/>
              </a:buClr>
              <a:buSzPts val="3200"/>
              <a:buNone/>
            </a:pPr>
            <a:r>
              <a:rPr lang="en-US" sz="3500" dirty="0">
                <a:latin typeface="Times New Roman" panose="02020603050405020304" pitchFamily="18" charset="0"/>
                <a:cs typeface="Times New Roman" panose="02020603050405020304" pitchFamily="18" charset="0"/>
              </a:rPr>
              <a:t>Small        : Tiny            :: Little         : Mini</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Friendly    : Kind           :: Mean.        : Aggressive</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Rough.      : Scratchy     :: Smooth     : Silky</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Delicious  : Yummy       :: Gross        : Yucky</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Adorable   : Cute           :: Scary         : Creepy</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Long         : Prolonged   :: Magnify    : Enlarge</a:t>
            </a:r>
          </a:p>
          <a:p>
            <a:pPr marL="0" indent="0">
              <a:spcBef>
                <a:spcPts val="0"/>
              </a:spcBef>
              <a:buClr>
                <a:schemeClr val="dk1"/>
              </a:buClr>
              <a:buSzPts val="3200"/>
              <a:buNone/>
            </a:pPr>
            <a:r>
              <a:rPr lang="en-US" sz="3500" dirty="0">
                <a:latin typeface="Times New Roman" panose="02020603050405020304" pitchFamily="18" charset="0"/>
                <a:cs typeface="Times New Roman" panose="02020603050405020304" pitchFamily="18" charset="0"/>
              </a:rPr>
              <a:t>Maximum : Highest       :: Minimum : Least</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Minor        : Slight         :: Negligent  : Irresponsible</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Nice          : Pleasant      :: Numerous : Many</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Observe    : Notice         :: Offend      : Upset</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Optimistic : Positive      :: Ordinary   : Usual</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Forbid       : Prohibit      :: Forgive      : Pardoned </a:t>
            </a:r>
          </a:p>
          <a:p>
            <a:pPr marL="0" indent="0">
              <a:spcBef>
                <a:spcPts val="480"/>
              </a:spcBef>
              <a:buClr>
                <a:schemeClr val="dk1"/>
              </a:buClr>
              <a:buSzPts val="3200"/>
              <a:buNone/>
            </a:pPr>
            <a:r>
              <a:rPr lang="en-US" sz="3500" dirty="0">
                <a:latin typeface="Times New Roman" panose="02020603050405020304" pitchFamily="18" charset="0"/>
                <a:cs typeface="Times New Roman" panose="02020603050405020304" pitchFamily="18" charset="0"/>
              </a:rPr>
              <a:t>Fresh         : New           :: Friend        : Buddy       </a:t>
            </a:r>
          </a:p>
          <a:p>
            <a:pPr marL="0" indent="0">
              <a:spcBef>
                <a:spcPts val="480"/>
              </a:spcBef>
              <a:buClr>
                <a:schemeClr val="dk1"/>
              </a:buClr>
              <a:buSzPts val="3200"/>
              <a:buNone/>
            </a:pPr>
            <a:endParaRPr lang="en-US" sz="2700" dirty="0"/>
          </a:p>
          <a:p>
            <a:pPr marL="0" indent="0">
              <a:spcBef>
                <a:spcPts val="480"/>
              </a:spcBef>
              <a:buClr>
                <a:schemeClr val="dk1"/>
              </a:buClr>
              <a:buSzPts val="3200"/>
              <a:buNone/>
            </a:pPr>
            <a:endParaRPr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117"/>
        <p:cNvGrpSpPr/>
        <p:nvPr/>
      </p:nvGrpSpPr>
      <p:grpSpPr>
        <a:xfrm>
          <a:off x="0" y="0"/>
          <a:ext cx="0" cy="0"/>
          <a:chOff x="0" y="0"/>
          <a:chExt cx="0" cy="0"/>
        </a:xfrm>
      </p:grpSpPr>
      <p:grpSp>
        <p:nvGrpSpPr>
          <p:cNvPr id="3" name="Group 2">
            <a:extLst>
              <a:ext uri="{FF2B5EF4-FFF2-40B4-BE49-F238E27FC236}">
                <a16:creationId xmlns:a16="http://schemas.microsoft.com/office/drawing/2014/main" id="{69FE75B5-7328-0DF4-00C9-4D0D0E10C62D}"/>
              </a:ext>
            </a:extLst>
          </p:cNvPr>
          <p:cNvGrpSpPr/>
          <p:nvPr/>
        </p:nvGrpSpPr>
        <p:grpSpPr>
          <a:xfrm>
            <a:off x="510820" y="156909"/>
            <a:ext cx="4008018" cy="1246589"/>
            <a:chOff x="7831334" y="751648"/>
            <a:chExt cx="3555214" cy="929512"/>
          </a:xfrm>
          <a:noFill/>
        </p:grpSpPr>
        <p:sp>
          <p:nvSpPr>
            <p:cNvPr id="4" name="Thought Bubble: Cloud 3">
              <a:extLst>
                <a:ext uri="{FF2B5EF4-FFF2-40B4-BE49-F238E27FC236}">
                  <a16:creationId xmlns:a16="http://schemas.microsoft.com/office/drawing/2014/main" id="{0D83E630-1484-4B84-433D-A43130A2D2AC}"/>
                </a:ext>
              </a:extLst>
            </p:cNvPr>
            <p:cNvSpPr/>
            <p:nvPr/>
          </p:nvSpPr>
          <p:spPr>
            <a:xfrm flipH="1">
              <a:off x="7831334" y="751648"/>
              <a:ext cx="3205261" cy="92951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5" name="TextBox 4">
              <a:extLst>
                <a:ext uri="{FF2B5EF4-FFF2-40B4-BE49-F238E27FC236}">
                  <a16:creationId xmlns:a16="http://schemas.microsoft.com/office/drawing/2014/main" id="{445741B3-7F85-EEB2-E9E5-CC4AD23D4CF1}"/>
                </a:ext>
                <a:ext uri="{C183D7F6-B498-43B3-948B-1728B52AA6E4}">
                  <adec:decorative xmlns="" xmlns:adec="http://schemas.microsoft.com/office/drawing/2017/decorative" val="0"/>
                </a:ext>
              </a:extLst>
            </p:cNvPr>
            <p:cNvSpPr txBox="1"/>
            <p:nvPr/>
          </p:nvSpPr>
          <p:spPr>
            <a:xfrm>
              <a:off x="8416822" y="936887"/>
              <a:ext cx="2969726" cy="481933"/>
            </a:xfrm>
            <a:prstGeom prst="rect">
              <a:avLst/>
            </a:prstGeom>
            <a:grpFill/>
          </p:spPr>
          <p:txBody>
            <a:bodyPr wrap="square" rtlCol="0">
              <a:spAutoFit/>
            </a:bodyPr>
            <a:lstStyle/>
            <a:p>
              <a:r>
                <a:rPr lang="en-US" sz="3600" dirty="0">
                  <a:latin typeface="Algerian" panose="04020705040A02060702" pitchFamily="82" charset="0"/>
                </a:rPr>
                <a:t>ANTONYMS</a:t>
              </a:r>
            </a:p>
          </p:txBody>
        </p:sp>
      </p:grpSp>
      <p:grpSp>
        <p:nvGrpSpPr>
          <p:cNvPr id="10" name="Group 9">
            <a:extLst>
              <a:ext uri="{FF2B5EF4-FFF2-40B4-BE49-F238E27FC236}">
                <a16:creationId xmlns:a16="http://schemas.microsoft.com/office/drawing/2014/main" id="{0587584A-159B-45E1-E33A-B8AE283787E3}"/>
              </a:ext>
            </a:extLst>
          </p:cNvPr>
          <p:cNvGrpSpPr/>
          <p:nvPr/>
        </p:nvGrpSpPr>
        <p:grpSpPr>
          <a:xfrm>
            <a:off x="2605478" y="1651926"/>
            <a:ext cx="7260415" cy="4565994"/>
            <a:chOff x="1695891" y="1651926"/>
            <a:chExt cx="7260415" cy="4565994"/>
          </a:xfrm>
          <a:noFill/>
        </p:grpSpPr>
        <p:sp>
          <p:nvSpPr>
            <p:cNvPr id="2" name="Speech Bubble: Rectangle with Corners Rounded 1">
              <a:extLst>
                <a:ext uri="{FF2B5EF4-FFF2-40B4-BE49-F238E27FC236}">
                  <a16:creationId xmlns:a16="http://schemas.microsoft.com/office/drawing/2014/main" id="{4B725C4E-DB52-3373-0FD1-8FB7A6345CC7}"/>
                </a:ext>
              </a:extLst>
            </p:cNvPr>
            <p:cNvSpPr/>
            <p:nvPr/>
          </p:nvSpPr>
          <p:spPr>
            <a:xfrm flipH="1">
              <a:off x="1695891" y="165192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9" name="TextBox 8">
              <a:extLst>
                <a:ext uri="{FF2B5EF4-FFF2-40B4-BE49-F238E27FC236}">
                  <a16:creationId xmlns:a16="http://schemas.microsoft.com/office/drawing/2014/main" id="{551C6ABA-3E05-892A-7B28-386013DBF65A}"/>
                </a:ext>
              </a:extLst>
            </p:cNvPr>
            <p:cNvSpPr txBox="1"/>
            <p:nvPr/>
          </p:nvSpPr>
          <p:spPr>
            <a:xfrm>
              <a:off x="2373831" y="1724624"/>
              <a:ext cx="6114448" cy="4352474"/>
            </a:xfrm>
            <a:prstGeom prst="rect">
              <a:avLst/>
            </a:prstGeom>
            <a:grpFill/>
          </p:spPr>
          <p:txBody>
            <a:bodyPr wrap="square">
              <a:spAutoFit/>
            </a:bodyPr>
            <a:lstStyle/>
            <a:p>
              <a:pPr marL="0" indent="0">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Good      : Bad      :: Black : White</a:t>
              </a:r>
            </a:p>
            <a:p>
              <a:pPr marL="0" indent="0">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Smile     : Frown  :: Pretty : Ugly</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Near       : Far       :: Open  : Closed</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Strong    : Weak   :: Love   : Hate</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Hammer : Nail     :: Comb : Hair</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White     : Black.  :: Up      : Down</a:t>
              </a:r>
            </a:p>
            <a:p>
              <a:pPr>
                <a:spcBef>
                  <a:spcPts val="0"/>
                </a:spcBef>
                <a:buClr>
                  <a:schemeClr val="dk1"/>
                </a:buClr>
                <a:buSzPts val="3200"/>
              </a:pPr>
              <a:r>
                <a:rPr lang="en-US" sz="3200" dirty="0">
                  <a:latin typeface="Times New Roman" panose="02020603050405020304" pitchFamily="18" charset="0"/>
                  <a:cs typeface="Times New Roman" panose="02020603050405020304" pitchFamily="18" charset="0"/>
                </a:rPr>
                <a:t>Big         : Small   :: Tall     : short</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Fast        : Slow    :: Early   : Late</a:t>
              </a:r>
            </a:p>
          </p:txBody>
        </p:sp>
      </p:gr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123"/>
        <p:cNvGrpSpPr/>
        <p:nvPr/>
      </p:nvGrpSpPr>
      <p:grpSpPr>
        <a:xfrm>
          <a:off x="0" y="0"/>
          <a:ext cx="0" cy="0"/>
          <a:chOff x="0" y="0"/>
          <a:chExt cx="0" cy="0"/>
        </a:xfrm>
      </p:grpSpPr>
      <p:sp>
        <p:nvSpPr>
          <p:cNvPr id="3" name="Speech Bubble: Rectangle with Corners Rounded 2">
            <a:extLst>
              <a:ext uri="{FF2B5EF4-FFF2-40B4-BE49-F238E27FC236}">
                <a16:creationId xmlns:a16="http://schemas.microsoft.com/office/drawing/2014/main" id="{F7F90559-BDB7-C0E5-37EF-4C15B9C4489F}"/>
              </a:ext>
            </a:extLst>
          </p:cNvPr>
          <p:cNvSpPr/>
          <p:nvPr/>
        </p:nvSpPr>
        <p:spPr>
          <a:xfrm flipH="1">
            <a:off x="1412355" y="111640"/>
            <a:ext cx="9630075" cy="6687881"/>
          </a:xfrm>
          <a:prstGeom prst="wedgeRoundRectCallout">
            <a:avLst>
              <a:gd name="adj1" fmla="val -21024"/>
              <a:gd name="adj2" fmla="val 50215"/>
              <a:gd name="adj3" fmla="val 16667"/>
            </a:avLst>
          </a:prstGeom>
          <a:no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2" name="TextBox 1">
            <a:extLst>
              <a:ext uri="{FF2B5EF4-FFF2-40B4-BE49-F238E27FC236}">
                <a16:creationId xmlns:a16="http://schemas.microsoft.com/office/drawing/2014/main" id="{02C40BF1-5D4C-B738-D54D-9E44E8611E96}"/>
              </a:ext>
            </a:extLst>
          </p:cNvPr>
          <p:cNvSpPr txBox="1"/>
          <p:nvPr/>
        </p:nvSpPr>
        <p:spPr>
          <a:xfrm>
            <a:off x="1971948" y="111640"/>
            <a:ext cx="9630075" cy="6919843"/>
          </a:xfrm>
          <a:prstGeom prst="rect">
            <a:avLst/>
          </a:prstGeom>
          <a:noFill/>
        </p:spPr>
        <p:txBody>
          <a:bodyPr wrap="square" rtlCol="0">
            <a:spAutoFit/>
          </a:bodyPr>
          <a:lstStyle/>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Correct         : Mistaken    :: Dangerous : Safe</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Credit           : Debit          :: Positive     : Negative</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Long            : Short           :: Magnify    : Reduce</a:t>
            </a:r>
          </a:p>
          <a:p>
            <a:pPr>
              <a:spcBef>
                <a:spcPts val="0"/>
              </a:spcBef>
              <a:buClr>
                <a:schemeClr val="dk1"/>
              </a:buClr>
              <a:buSzPts val="3200"/>
            </a:pPr>
            <a:r>
              <a:rPr lang="en-US" sz="3200" dirty="0">
                <a:latin typeface="Times New Roman" panose="02020603050405020304" pitchFamily="18" charset="0"/>
                <a:cs typeface="Times New Roman" panose="02020603050405020304" pitchFamily="18" charset="0"/>
              </a:rPr>
              <a:t>Huge            : Small          :: Idle            : Busy</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Immature     : Mature        :: Impartial    : Prejudiced</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Independent : Dependent  :: Insane.       : Sane</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Intelligent    : Ignorant      :: Internal      : External</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Irrelevant     : Relevant     :: Join            : Separate</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Keep            : Discard       :: Large         : Small</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Least            : Most           :: Ordinary    : unusual</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Old               : Young         :: Always      : Never</a:t>
            </a:r>
          </a:p>
          <a:p>
            <a:pPr>
              <a:spcBef>
                <a:spcPts val="480"/>
              </a:spcBef>
              <a:buClr>
                <a:schemeClr val="dk1"/>
              </a:buClr>
              <a:buSzPts val="3200"/>
            </a:pPr>
            <a:r>
              <a:rPr lang="en-US" sz="3200" dirty="0">
                <a:latin typeface="Times New Roman" panose="02020603050405020304" pitchFamily="18" charset="0"/>
                <a:cs typeface="Times New Roman" panose="02020603050405020304" pitchFamily="18" charset="0"/>
              </a:rPr>
              <a:t>Open            : Close          :: Up              : Down</a:t>
            </a:r>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133"/>
        <p:cNvGrpSpPr/>
        <p:nvPr/>
      </p:nvGrpSpPr>
      <p:grpSpPr>
        <a:xfrm>
          <a:off x="0" y="0"/>
          <a:ext cx="0" cy="0"/>
          <a:chOff x="0" y="0"/>
          <a:chExt cx="0" cy="0"/>
        </a:xfrm>
      </p:grpSpPr>
      <p:grpSp>
        <p:nvGrpSpPr>
          <p:cNvPr id="5" name="Group 4">
            <a:extLst>
              <a:ext uri="{FF2B5EF4-FFF2-40B4-BE49-F238E27FC236}">
                <a16:creationId xmlns:a16="http://schemas.microsoft.com/office/drawing/2014/main" id="{9E386D59-819F-0B8D-5D85-32F7A3B8445F}"/>
              </a:ext>
            </a:extLst>
          </p:cNvPr>
          <p:cNvGrpSpPr/>
          <p:nvPr/>
        </p:nvGrpSpPr>
        <p:grpSpPr>
          <a:xfrm>
            <a:off x="3322673" y="1802219"/>
            <a:ext cx="7256722" cy="4369440"/>
            <a:chOff x="2009551" y="1605666"/>
            <a:chExt cx="7260415" cy="4565994"/>
          </a:xfrm>
          <a:noFill/>
        </p:grpSpPr>
        <p:sp>
          <p:nvSpPr>
            <p:cNvPr id="6" name="Speech Bubble: Rectangle with Corners Rounded 5">
              <a:extLst>
                <a:ext uri="{FF2B5EF4-FFF2-40B4-BE49-F238E27FC236}">
                  <a16:creationId xmlns:a16="http://schemas.microsoft.com/office/drawing/2014/main" id="{B410E299-6947-1831-E1F5-F8BD98069214}"/>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7" name="TextBox 6">
              <a:extLst>
                <a:ext uri="{FF2B5EF4-FFF2-40B4-BE49-F238E27FC236}">
                  <a16:creationId xmlns:a16="http://schemas.microsoft.com/office/drawing/2014/main" id="{99529085-4CCB-2289-D114-17462FA4B5EC}"/>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grpSp>
        <p:nvGrpSpPr>
          <p:cNvPr id="2" name="Group 1">
            <a:extLst>
              <a:ext uri="{FF2B5EF4-FFF2-40B4-BE49-F238E27FC236}">
                <a16:creationId xmlns:a16="http://schemas.microsoft.com/office/drawing/2014/main" id="{AEF91F79-07BB-46C2-D496-A216CE9136B2}"/>
              </a:ext>
            </a:extLst>
          </p:cNvPr>
          <p:cNvGrpSpPr/>
          <p:nvPr/>
        </p:nvGrpSpPr>
        <p:grpSpPr>
          <a:xfrm>
            <a:off x="516135" y="101009"/>
            <a:ext cx="5214181" cy="1116419"/>
            <a:chOff x="7883206" y="936887"/>
            <a:chExt cx="2641564" cy="802342"/>
          </a:xfrm>
          <a:noFill/>
        </p:grpSpPr>
        <p:sp>
          <p:nvSpPr>
            <p:cNvPr id="3" name="Thought Bubble: Cloud 2">
              <a:extLst>
                <a:ext uri="{FF2B5EF4-FFF2-40B4-BE49-F238E27FC236}">
                  <a16:creationId xmlns:a16="http://schemas.microsoft.com/office/drawing/2014/main" id="{ABC0917B-B743-0DBE-5F8E-F7139AD142BD}"/>
                </a:ext>
              </a:extLst>
            </p:cNvPr>
            <p:cNvSpPr/>
            <p:nvPr/>
          </p:nvSpPr>
          <p:spPr>
            <a:xfrm flipH="1">
              <a:off x="7883206" y="936887"/>
              <a:ext cx="2641564" cy="80234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E38FDF97-F4BF-695C-2FF0-05681F838D68}"/>
                </a:ext>
                <a:ext uri="{C183D7F6-B498-43B3-948B-1728B52AA6E4}">
                  <adec:decorative xmlns="" xmlns:adec="http://schemas.microsoft.com/office/drawing/2017/decorative" val="0"/>
                </a:ext>
              </a:extLst>
            </p:cNvPr>
            <p:cNvSpPr txBox="1"/>
            <p:nvPr/>
          </p:nvSpPr>
          <p:spPr>
            <a:xfrm>
              <a:off x="8184623" y="1025302"/>
              <a:ext cx="2281215" cy="464502"/>
            </a:xfrm>
            <a:prstGeom prst="rect">
              <a:avLst/>
            </a:prstGeom>
            <a:grpFill/>
          </p:spPr>
          <p:txBody>
            <a:bodyPr wrap="square" rtlCol="0">
              <a:spAutoFit/>
            </a:bodyPr>
            <a:lstStyle/>
            <a:p>
              <a:r>
                <a:rPr lang="en-US" sz="3600" dirty="0">
                  <a:latin typeface="Algerian" panose="04020705040A02060702" pitchFamily="82" charset="0"/>
                </a:rPr>
                <a:t>OBJECT - PURPOSE</a:t>
              </a:r>
            </a:p>
          </p:txBody>
        </p:sp>
      </p:grpSp>
      <p:sp>
        <p:nvSpPr>
          <p:cNvPr id="10" name="TextBox 9">
            <a:extLst>
              <a:ext uri="{FF2B5EF4-FFF2-40B4-BE49-F238E27FC236}">
                <a16:creationId xmlns:a16="http://schemas.microsoft.com/office/drawing/2014/main" id="{0FDE2827-5041-E554-B772-E613D7A42136}"/>
              </a:ext>
            </a:extLst>
          </p:cNvPr>
          <p:cNvSpPr txBox="1"/>
          <p:nvPr/>
        </p:nvSpPr>
        <p:spPr>
          <a:xfrm>
            <a:off x="3666706" y="1985767"/>
            <a:ext cx="7162554" cy="4201150"/>
          </a:xfrm>
          <a:prstGeom prst="rect">
            <a:avLst/>
          </a:prstGeom>
          <a:noFill/>
        </p:spPr>
        <p:txBody>
          <a:bodyPr wrap="square" rtlCol="0">
            <a:spAutoFit/>
          </a:bodyPr>
          <a:lstStyle/>
          <a:p>
            <a:pPr marL="0" indent="0">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Keyboard : Type     :: Painter  : Paint</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Pen           : Write    :: Book    : Read</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Knife        : Cut       :: Shove   : Dig</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Scissors    : Cut       :: Eraser   : Erase</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Food         : Live      :: Vehicle : Travel</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Pencil       : writing  :: crayon  : coloring</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Fork         : eating    :: chair     : sitting</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139"/>
        <p:cNvGrpSpPr/>
        <p:nvPr/>
      </p:nvGrpSpPr>
      <p:grpSpPr>
        <a:xfrm>
          <a:off x="0" y="0"/>
          <a:ext cx="0" cy="0"/>
          <a:chOff x="0" y="0"/>
          <a:chExt cx="0" cy="0"/>
        </a:xfrm>
      </p:grpSpPr>
      <p:grpSp>
        <p:nvGrpSpPr>
          <p:cNvPr id="2" name="Group 1">
            <a:extLst>
              <a:ext uri="{FF2B5EF4-FFF2-40B4-BE49-F238E27FC236}">
                <a16:creationId xmlns:a16="http://schemas.microsoft.com/office/drawing/2014/main" id="{C85C0DCA-F062-F91C-8034-C7E5BD5314F0}"/>
              </a:ext>
            </a:extLst>
          </p:cNvPr>
          <p:cNvGrpSpPr/>
          <p:nvPr/>
        </p:nvGrpSpPr>
        <p:grpSpPr>
          <a:xfrm>
            <a:off x="1850065" y="1802219"/>
            <a:ext cx="9569302" cy="3997841"/>
            <a:chOff x="2009551" y="1605666"/>
            <a:chExt cx="7260415" cy="4565994"/>
          </a:xfrm>
          <a:noFill/>
        </p:grpSpPr>
        <p:sp>
          <p:nvSpPr>
            <p:cNvPr id="3" name="Speech Bubble: Rectangle with Corners Rounded 2">
              <a:extLst>
                <a:ext uri="{FF2B5EF4-FFF2-40B4-BE49-F238E27FC236}">
                  <a16:creationId xmlns:a16="http://schemas.microsoft.com/office/drawing/2014/main" id="{CF1D66A3-5CEA-4F44-B95D-D73A74CB14FC}"/>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8CD89725-DF91-0256-DFF9-7367407E68E9}"/>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grpSp>
        <p:nvGrpSpPr>
          <p:cNvPr id="5" name="Group 4">
            <a:extLst>
              <a:ext uri="{FF2B5EF4-FFF2-40B4-BE49-F238E27FC236}">
                <a16:creationId xmlns:a16="http://schemas.microsoft.com/office/drawing/2014/main" id="{8921D7B2-0456-75B6-148B-797879C3F943}"/>
              </a:ext>
            </a:extLst>
          </p:cNvPr>
          <p:cNvGrpSpPr/>
          <p:nvPr/>
        </p:nvGrpSpPr>
        <p:grpSpPr>
          <a:xfrm>
            <a:off x="516135" y="101009"/>
            <a:ext cx="5252028" cy="1286540"/>
            <a:chOff x="7883206" y="936887"/>
            <a:chExt cx="2641564" cy="802342"/>
          </a:xfrm>
          <a:noFill/>
        </p:grpSpPr>
        <p:sp>
          <p:nvSpPr>
            <p:cNvPr id="6" name="Thought Bubble: Cloud 5">
              <a:extLst>
                <a:ext uri="{FF2B5EF4-FFF2-40B4-BE49-F238E27FC236}">
                  <a16:creationId xmlns:a16="http://schemas.microsoft.com/office/drawing/2014/main" id="{D1AED2F8-2E1C-4AF0-B666-6D65B5AF03EC}"/>
                </a:ext>
              </a:extLst>
            </p:cNvPr>
            <p:cNvSpPr/>
            <p:nvPr/>
          </p:nvSpPr>
          <p:spPr>
            <a:xfrm flipH="1">
              <a:off x="7883206" y="936887"/>
              <a:ext cx="2641564" cy="80234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7" name="TextBox 6">
              <a:extLst>
                <a:ext uri="{FF2B5EF4-FFF2-40B4-BE49-F238E27FC236}">
                  <a16:creationId xmlns:a16="http://schemas.microsoft.com/office/drawing/2014/main" id="{8955844B-AD79-91F3-E58B-A20BCB495B82}"/>
                </a:ext>
                <a:ext uri="{C183D7F6-B498-43B3-948B-1728B52AA6E4}">
                  <adec:decorative xmlns="" xmlns:adec="http://schemas.microsoft.com/office/drawing/2017/decorative" val="0"/>
                </a:ext>
              </a:extLst>
            </p:cNvPr>
            <p:cNvSpPr txBox="1"/>
            <p:nvPr/>
          </p:nvSpPr>
          <p:spPr>
            <a:xfrm>
              <a:off x="8184623" y="1069169"/>
              <a:ext cx="2281215" cy="403080"/>
            </a:xfrm>
            <a:prstGeom prst="rect">
              <a:avLst/>
            </a:prstGeom>
            <a:grpFill/>
          </p:spPr>
          <p:txBody>
            <a:bodyPr wrap="square" rtlCol="0">
              <a:spAutoFit/>
            </a:bodyPr>
            <a:lstStyle/>
            <a:p>
              <a:r>
                <a:rPr lang="en-US" sz="3600" dirty="0">
                  <a:latin typeface="Algerian" panose="04020705040A02060702" pitchFamily="82" charset="0"/>
                </a:rPr>
                <a:t>SOURCE - PRODUCT</a:t>
              </a:r>
            </a:p>
          </p:txBody>
        </p:sp>
      </p:grpSp>
      <p:sp>
        <p:nvSpPr>
          <p:cNvPr id="8" name="TextBox 7">
            <a:extLst>
              <a:ext uri="{FF2B5EF4-FFF2-40B4-BE49-F238E27FC236}">
                <a16:creationId xmlns:a16="http://schemas.microsoft.com/office/drawing/2014/main" id="{D9423C55-4CC0-4A53-87DD-6070891E84F2}"/>
              </a:ext>
            </a:extLst>
          </p:cNvPr>
          <p:cNvSpPr txBox="1"/>
          <p:nvPr/>
        </p:nvSpPr>
        <p:spPr>
          <a:xfrm>
            <a:off x="2020187" y="1985767"/>
            <a:ext cx="9680944" cy="3644587"/>
          </a:xfrm>
          <a:prstGeom prst="rect">
            <a:avLst/>
          </a:prstGeom>
          <a:noFill/>
        </p:spPr>
        <p:txBody>
          <a:bodyPr wrap="square" rtlCol="0">
            <a:spAutoFit/>
          </a:bodyPr>
          <a:lstStyle/>
          <a:p>
            <a:pPr marL="0" indent="0">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Wood        : Baseball Bat :: Oranges         : Orange Juice</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Field         : Corn              :: Pond              :Fish</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Mine         : Diamonds     :: Oyster Shells : Pearls</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Sheep       : Wool              :: Silkworm      : Silk</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Palm Tree : Coconuts       :: Maple Tree   : Syrup</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Paddy       : Rice               :: Bog               : Cranberries  </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145"/>
        <p:cNvGrpSpPr/>
        <p:nvPr/>
      </p:nvGrpSpPr>
      <p:grpSpPr>
        <a:xfrm>
          <a:off x="0" y="0"/>
          <a:ext cx="0" cy="0"/>
          <a:chOff x="0" y="0"/>
          <a:chExt cx="0" cy="0"/>
        </a:xfrm>
      </p:grpSpPr>
      <p:grpSp>
        <p:nvGrpSpPr>
          <p:cNvPr id="2" name="Group 1">
            <a:extLst>
              <a:ext uri="{FF2B5EF4-FFF2-40B4-BE49-F238E27FC236}">
                <a16:creationId xmlns:a16="http://schemas.microsoft.com/office/drawing/2014/main" id="{70E70355-DB69-719E-90B6-18D11E82AC6A}"/>
              </a:ext>
            </a:extLst>
          </p:cNvPr>
          <p:cNvGrpSpPr/>
          <p:nvPr/>
        </p:nvGrpSpPr>
        <p:grpSpPr>
          <a:xfrm>
            <a:off x="1850065" y="1802219"/>
            <a:ext cx="8995144" cy="3997841"/>
            <a:chOff x="2009551" y="1605666"/>
            <a:chExt cx="7260415" cy="4565994"/>
          </a:xfrm>
          <a:noFill/>
        </p:grpSpPr>
        <p:sp>
          <p:nvSpPr>
            <p:cNvPr id="3" name="Speech Bubble: Rectangle with Corners Rounded 2">
              <a:extLst>
                <a:ext uri="{FF2B5EF4-FFF2-40B4-BE49-F238E27FC236}">
                  <a16:creationId xmlns:a16="http://schemas.microsoft.com/office/drawing/2014/main" id="{92C28604-CF95-F2BD-9147-BBE99E93CB9D}"/>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B35794DC-19A1-03B9-AAA2-EB867CA981B4}"/>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grpSp>
        <p:nvGrpSpPr>
          <p:cNvPr id="5" name="Group 4">
            <a:extLst>
              <a:ext uri="{FF2B5EF4-FFF2-40B4-BE49-F238E27FC236}">
                <a16:creationId xmlns:a16="http://schemas.microsoft.com/office/drawing/2014/main" id="{321CADF5-74C2-966F-B980-3C276F9DCF70}"/>
              </a:ext>
            </a:extLst>
          </p:cNvPr>
          <p:cNvGrpSpPr/>
          <p:nvPr/>
        </p:nvGrpSpPr>
        <p:grpSpPr>
          <a:xfrm>
            <a:off x="516135" y="101010"/>
            <a:ext cx="4167507" cy="1286540"/>
            <a:chOff x="7883206" y="936887"/>
            <a:chExt cx="2641564" cy="802342"/>
          </a:xfrm>
          <a:noFill/>
        </p:grpSpPr>
        <p:sp>
          <p:nvSpPr>
            <p:cNvPr id="6" name="Thought Bubble: Cloud 5">
              <a:extLst>
                <a:ext uri="{FF2B5EF4-FFF2-40B4-BE49-F238E27FC236}">
                  <a16:creationId xmlns:a16="http://schemas.microsoft.com/office/drawing/2014/main" id="{7D4B2C42-BB7D-F465-828A-1E581DE9D9A2}"/>
                </a:ext>
              </a:extLst>
            </p:cNvPr>
            <p:cNvSpPr/>
            <p:nvPr/>
          </p:nvSpPr>
          <p:spPr>
            <a:xfrm flipH="1">
              <a:off x="7883206" y="936887"/>
              <a:ext cx="2641564" cy="802342"/>
            </a:xfrm>
            <a:prstGeom prst="cloudCallout">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7" name="TextBox 6">
              <a:extLst>
                <a:ext uri="{FF2B5EF4-FFF2-40B4-BE49-F238E27FC236}">
                  <a16:creationId xmlns:a16="http://schemas.microsoft.com/office/drawing/2014/main" id="{FB1ABC26-834B-3409-DC14-65FF41D8A079}"/>
                </a:ext>
                <a:ext uri="{C183D7F6-B498-43B3-948B-1728B52AA6E4}">
                  <adec:decorative xmlns="" xmlns:adec="http://schemas.microsoft.com/office/drawing/2017/decorative" val="0"/>
                </a:ext>
              </a:extLst>
            </p:cNvPr>
            <p:cNvSpPr txBox="1"/>
            <p:nvPr/>
          </p:nvSpPr>
          <p:spPr>
            <a:xfrm>
              <a:off x="8184623" y="1069169"/>
              <a:ext cx="2281215" cy="403080"/>
            </a:xfrm>
            <a:prstGeom prst="rect">
              <a:avLst/>
            </a:prstGeom>
            <a:grpFill/>
          </p:spPr>
          <p:txBody>
            <a:bodyPr wrap="square" rtlCol="0">
              <a:spAutoFit/>
            </a:bodyPr>
            <a:lstStyle/>
            <a:p>
              <a:r>
                <a:rPr lang="en-US" sz="3600" dirty="0">
                  <a:latin typeface="Algerian" panose="04020705040A02060702" pitchFamily="82" charset="0"/>
                </a:rPr>
                <a:t>PART - WHOLE</a:t>
              </a:r>
            </a:p>
          </p:txBody>
        </p:sp>
      </p:grpSp>
      <p:sp>
        <p:nvSpPr>
          <p:cNvPr id="8" name="TextBox 7">
            <a:extLst>
              <a:ext uri="{FF2B5EF4-FFF2-40B4-BE49-F238E27FC236}">
                <a16:creationId xmlns:a16="http://schemas.microsoft.com/office/drawing/2014/main" id="{FA17B0B7-45A2-7F15-15E0-9B1C3DFAC4EB}"/>
              </a:ext>
            </a:extLst>
          </p:cNvPr>
          <p:cNvSpPr txBox="1"/>
          <p:nvPr/>
        </p:nvSpPr>
        <p:spPr>
          <a:xfrm>
            <a:off x="2068033" y="2117344"/>
            <a:ext cx="9680944" cy="3367589"/>
          </a:xfrm>
          <a:prstGeom prst="rect">
            <a:avLst/>
          </a:prstGeom>
          <a:noFill/>
        </p:spPr>
        <p:txBody>
          <a:bodyPr wrap="square" rtlCol="0">
            <a:spAutoFit/>
          </a:bodyPr>
          <a:lstStyle/>
          <a:p>
            <a:pPr marL="0" indent="0">
              <a:spcBef>
                <a:spcPts val="0"/>
              </a:spcBef>
              <a:buClr>
                <a:schemeClr val="dk1"/>
              </a:buClr>
              <a:buSzPts val="3200"/>
              <a:buNone/>
            </a:pPr>
            <a:r>
              <a:rPr lang="en-US" sz="3200" dirty="0">
                <a:latin typeface="Times New Roman" panose="02020603050405020304" pitchFamily="18" charset="0"/>
                <a:cs typeface="Times New Roman" panose="02020603050405020304" pitchFamily="18" charset="0"/>
              </a:rPr>
              <a:t>Wheel.              : Bike            :: Page        : Book</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Steering Wheel :Automobile :: Branch     : Tree</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Toe                    : Foot            :: Finger      : Hand</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Paw                   : Dog            :: Claw        : Bird</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Classroom         : School        :: Book       : Library</a:t>
            </a:r>
          </a:p>
          <a:p>
            <a:pPr marL="0" indent="0">
              <a:spcBef>
                <a:spcPts val="480"/>
              </a:spcBef>
              <a:buClr>
                <a:schemeClr val="dk1"/>
              </a:buClr>
              <a:buSzPts val="3200"/>
              <a:buNone/>
            </a:pPr>
            <a:r>
              <a:rPr lang="en-US" sz="3200" dirty="0">
                <a:latin typeface="Times New Roman" panose="02020603050405020304" pitchFamily="18" charset="0"/>
                <a:cs typeface="Times New Roman" panose="02020603050405020304" pitchFamily="18" charset="0"/>
              </a:rPr>
              <a:t>Nose                  : Face           :: Leaves     : Branch</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151"/>
        <p:cNvGrpSpPr/>
        <p:nvPr/>
      </p:nvGrpSpPr>
      <p:grpSpPr>
        <a:xfrm>
          <a:off x="0" y="0"/>
          <a:ext cx="0" cy="0"/>
          <a:chOff x="0" y="0"/>
          <a:chExt cx="0" cy="0"/>
        </a:xfrm>
      </p:grpSpPr>
      <p:sp>
        <p:nvSpPr>
          <p:cNvPr id="153" name="Google Shape;153;p13"/>
          <p:cNvSpPr txBox="1">
            <a:spLocks noGrp="1"/>
          </p:cNvSpPr>
          <p:nvPr>
            <p:ph idx="1"/>
          </p:nvPr>
        </p:nvSpPr>
        <p:spPr>
          <a:xfrm>
            <a:off x="210178" y="87525"/>
            <a:ext cx="9662152" cy="5092161"/>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 Odometer is to mileage as compass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a:t>
            </a:r>
            <a:r>
              <a:rPr lang="en-US" sz="3600" dirty="0">
                <a:latin typeface="Times New Roman" panose="02020603050405020304" pitchFamily="18" charset="0"/>
                <a:cs typeface="Times New Roman" panose="02020603050405020304" pitchFamily="18" charset="0"/>
              </a:rPr>
              <a:t>Direction</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Hiking</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Needle</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a:t>
            </a:r>
            <a:r>
              <a:rPr lang="en-US" sz="3600" dirty="0">
                <a:latin typeface="Times New Roman" panose="02020603050405020304" pitchFamily="18" charset="0"/>
                <a:cs typeface="Times New Roman" panose="02020603050405020304" pitchFamily="18" charset="0"/>
              </a:rPr>
              <a:t>Speed </a:t>
            </a:r>
            <a:endParaRPr sz="3600" dirty="0">
              <a:latin typeface="Times New Roman" panose="02020603050405020304" pitchFamily="18" charset="0"/>
              <a:ea typeface="+mn-ea"/>
              <a:cs typeface="Times New Roman" panose="02020603050405020304" pitchFamily="18" charset="0"/>
            </a:endParaRPr>
          </a:p>
          <a:p>
            <a:pPr marL="0" indent="0">
              <a:spcBef>
                <a:spcPts val="480"/>
              </a:spcBef>
              <a:buClr>
                <a:schemeClr val="dk1"/>
              </a:buClr>
              <a:buSzPts val="3200"/>
              <a:buNone/>
            </a:pPr>
            <a:endParaRPr dirty="0"/>
          </a:p>
        </p:txBody>
      </p:sp>
      <p:grpSp>
        <p:nvGrpSpPr>
          <p:cNvPr id="22" name="Group 21">
            <a:extLst>
              <a:ext uri="{FF2B5EF4-FFF2-40B4-BE49-F238E27FC236}">
                <a16:creationId xmlns:a16="http://schemas.microsoft.com/office/drawing/2014/main" id="{E12B3786-D974-C164-6845-EC5547FCCFAA}"/>
              </a:ext>
            </a:extLst>
          </p:cNvPr>
          <p:cNvGrpSpPr/>
          <p:nvPr/>
        </p:nvGrpSpPr>
        <p:grpSpPr>
          <a:xfrm>
            <a:off x="8644306" y="3994709"/>
            <a:ext cx="3547694" cy="2775766"/>
            <a:chOff x="8644306" y="3994709"/>
            <a:chExt cx="3547694" cy="2775766"/>
          </a:xfrm>
        </p:grpSpPr>
        <p:pic>
          <p:nvPicPr>
            <p:cNvPr id="11" name="Picture 10">
              <a:extLst>
                <a:ext uri="{FF2B5EF4-FFF2-40B4-BE49-F238E27FC236}">
                  <a16:creationId xmlns:a16="http://schemas.microsoft.com/office/drawing/2014/main" id="{C6E9D879-2506-4861-7B65-1EB10C6374B6}"/>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20" name="TextBox 19">
              <a:extLst>
                <a:ext uri="{FF2B5EF4-FFF2-40B4-BE49-F238E27FC236}">
                  <a16:creationId xmlns:a16="http://schemas.microsoft.com/office/drawing/2014/main" id="{DF2E9060-37AD-F03D-DC5D-6604DCC306F1}"/>
                </a:ext>
              </a:extLst>
            </p:cNvPr>
            <p:cNvSpPr txBox="1"/>
            <p:nvPr/>
          </p:nvSpPr>
          <p:spPr>
            <a:xfrm>
              <a:off x="9493609" y="3994709"/>
              <a:ext cx="2698391" cy="823752"/>
            </a:xfrm>
            <a:prstGeom prst="rect">
              <a:avLst/>
            </a:prstGeom>
            <a:noFill/>
          </p:spPr>
          <p:txBody>
            <a:bodyPr wrap="square" rtlCol="0">
              <a:spAutoFit/>
            </a:bodyPr>
            <a:lstStyle/>
            <a:p>
              <a:pPr marL="0" indent="0">
                <a:lnSpc>
                  <a:spcPct val="150000"/>
                </a:lnSpc>
                <a:spcBef>
                  <a:spcPts val="480"/>
                </a:spcBef>
                <a:buClr>
                  <a:schemeClr val="dk1"/>
                </a:buClr>
                <a:buSzPts val="3200"/>
                <a:buNone/>
              </a:pPr>
              <a:r>
                <a:rPr lang="en-US" sz="3600" dirty="0">
                  <a:solidFill>
                    <a:srgbClr val="00B0F0"/>
                  </a:solidFill>
                  <a:latin typeface="Times New Roman" panose="02020603050405020304" pitchFamily="18" charset="0"/>
                  <a:cs typeface="Times New Roman" panose="02020603050405020304" pitchFamily="18" charset="0"/>
                </a:rPr>
                <a:t>A. Direction</a:t>
              </a:r>
            </a:p>
          </p:txBody>
        </p:sp>
        <p:sp>
          <p:nvSpPr>
            <p:cNvPr id="21" name="Speech Bubble: Oval 20">
              <a:extLst>
                <a:ext uri="{FF2B5EF4-FFF2-40B4-BE49-F238E27FC236}">
                  <a16:creationId xmlns:a16="http://schemas.microsoft.com/office/drawing/2014/main" id="{429D879B-4FAF-7938-36C9-35B8E6FDA667}"/>
                </a:ext>
              </a:extLst>
            </p:cNvPr>
            <p:cNvSpPr/>
            <p:nvPr/>
          </p:nvSpPr>
          <p:spPr>
            <a:xfrm>
              <a:off x="9399182" y="4091761"/>
              <a:ext cx="2631558"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157"/>
        <p:cNvGrpSpPr/>
        <p:nvPr/>
      </p:nvGrpSpPr>
      <p:grpSpPr>
        <a:xfrm>
          <a:off x="0" y="0"/>
          <a:ext cx="0" cy="0"/>
          <a:chOff x="0" y="0"/>
          <a:chExt cx="0" cy="0"/>
        </a:xfrm>
      </p:grpSpPr>
      <p:grpSp>
        <p:nvGrpSpPr>
          <p:cNvPr id="2" name="Group 1">
            <a:extLst>
              <a:ext uri="{FF2B5EF4-FFF2-40B4-BE49-F238E27FC236}">
                <a16:creationId xmlns:a16="http://schemas.microsoft.com/office/drawing/2014/main" id="{8BB474DE-F44B-E912-7AB7-D0B84BAA8A20}"/>
              </a:ext>
            </a:extLst>
          </p:cNvPr>
          <p:cNvGrpSpPr/>
          <p:nvPr/>
        </p:nvGrpSpPr>
        <p:grpSpPr>
          <a:xfrm>
            <a:off x="1617687" y="797442"/>
            <a:ext cx="9569302" cy="3753293"/>
            <a:chOff x="2009551" y="1605666"/>
            <a:chExt cx="7260415" cy="4565994"/>
          </a:xfrm>
          <a:noFill/>
        </p:grpSpPr>
        <p:sp>
          <p:nvSpPr>
            <p:cNvPr id="3" name="Speech Bubble: Rectangle with Corners Rounded 2">
              <a:extLst>
                <a:ext uri="{FF2B5EF4-FFF2-40B4-BE49-F238E27FC236}">
                  <a16:creationId xmlns:a16="http://schemas.microsoft.com/office/drawing/2014/main" id="{F0D86DC1-0073-8B2E-CF6C-80A6323421AE}"/>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41F84AE9-6C6F-C606-BDBE-EE08EF432728}"/>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158" name="Google Shape;158;p14"/>
          <p:cNvSpPr txBox="1">
            <a:spLocks noGrp="1"/>
          </p:cNvSpPr>
          <p:nvPr>
            <p:ph idx="1"/>
          </p:nvPr>
        </p:nvSpPr>
        <p:spPr>
          <a:xfrm>
            <a:off x="1856810" y="915702"/>
            <a:ext cx="9330179" cy="4028437"/>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a:t>
            </a: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A</a:t>
            </a:r>
          </a:p>
          <a:p>
            <a:pPr marL="0" indent="0">
              <a:spcBef>
                <a:spcPts val="0"/>
              </a:spcBef>
              <a:buClr>
                <a:schemeClr val="dk1"/>
              </a:buClr>
              <a:buSzPts val="3200"/>
              <a:buNone/>
            </a:pP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An odometer is an instrument used to measure mileage. A compass is an instrument used to determine direction</a:t>
            </a:r>
            <a:r>
              <a:rPr lang="en-US" sz="3200"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162"/>
        <p:cNvGrpSpPr/>
        <p:nvPr/>
      </p:nvGrpSpPr>
      <p:grpSpPr>
        <a:xfrm>
          <a:off x="0" y="0"/>
          <a:ext cx="0" cy="0"/>
          <a:chOff x="0" y="0"/>
          <a:chExt cx="0" cy="0"/>
        </a:xfrm>
      </p:grpSpPr>
      <p:sp>
        <p:nvSpPr>
          <p:cNvPr id="163" name="Google Shape;163;p15"/>
          <p:cNvSpPr txBox="1">
            <a:spLocks noGrp="1"/>
          </p:cNvSpPr>
          <p:nvPr>
            <p:ph idx="1"/>
          </p:nvPr>
        </p:nvSpPr>
        <p:spPr>
          <a:xfrm>
            <a:off x="253915" y="87525"/>
            <a:ext cx="9246275" cy="5117112"/>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2.Marathon is to race as hibernation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Winter</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Bear</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Dream</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Sleep</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58C68BE3-2383-38E2-1B17-0BB79FC4A465}"/>
              </a:ext>
            </a:extLst>
          </p:cNvPr>
          <p:cNvGrpSpPr/>
          <p:nvPr/>
        </p:nvGrpSpPr>
        <p:grpSpPr>
          <a:xfrm>
            <a:off x="8644306" y="4134706"/>
            <a:ext cx="3425420" cy="2635769"/>
            <a:chOff x="8644306" y="4134706"/>
            <a:chExt cx="3425420" cy="2635769"/>
          </a:xfrm>
        </p:grpSpPr>
        <p:pic>
          <p:nvPicPr>
            <p:cNvPr id="3" name="Picture 2">
              <a:extLst>
                <a:ext uri="{FF2B5EF4-FFF2-40B4-BE49-F238E27FC236}">
                  <a16:creationId xmlns:a16="http://schemas.microsoft.com/office/drawing/2014/main" id="{EA564105-72C7-8E34-6096-B7C1C8A15B0E}"/>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D8FC0053-C62F-4EC2-F90F-C587E902C288}"/>
                </a:ext>
              </a:extLst>
            </p:cNvPr>
            <p:cNvSpPr txBox="1"/>
            <p:nvPr/>
          </p:nvSpPr>
          <p:spPr>
            <a:xfrm>
              <a:off x="9890051" y="4134706"/>
              <a:ext cx="2179675"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cs typeface="Times New Roman" panose="02020603050405020304" pitchFamily="18" charset="0"/>
                </a:rPr>
                <a:t>D. Sleep</a:t>
              </a:r>
            </a:p>
          </p:txBody>
        </p:sp>
        <p:sp>
          <p:nvSpPr>
            <p:cNvPr id="5" name="Speech Bubble: Oval 4">
              <a:extLst>
                <a:ext uri="{FF2B5EF4-FFF2-40B4-BE49-F238E27FC236}">
                  <a16:creationId xmlns:a16="http://schemas.microsoft.com/office/drawing/2014/main" id="{6CAA671E-8074-5953-634D-C70C322A6036}"/>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grpSp>
        <p:nvGrpSpPr>
          <p:cNvPr id="2" name="Group 1">
            <a:extLst>
              <a:ext uri="{FF2B5EF4-FFF2-40B4-BE49-F238E27FC236}">
                <a16:creationId xmlns:a16="http://schemas.microsoft.com/office/drawing/2014/main" id="{F489730B-CB71-4E21-6665-D3C27E3CD1C3}"/>
              </a:ext>
            </a:extLst>
          </p:cNvPr>
          <p:cNvGrpSpPr/>
          <p:nvPr/>
        </p:nvGrpSpPr>
        <p:grpSpPr>
          <a:xfrm>
            <a:off x="1617687" y="797443"/>
            <a:ext cx="9569302" cy="3338622"/>
            <a:chOff x="2009551" y="1605666"/>
            <a:chExt cx="7260415" cy="4565994"/>
          </a:xfrm>
          <a:noFill/>
        </p:grpSpPr>
        <p:sp>
          <p:nvSpPr>
            <p:cNvPr id="3" name="Speech Bubble: Rectangle with Corners Rounded 2">
              <a:extLst>
                <a:ext uri="{FF2B5EF4-FFF2-40B4-BE49-F238E27FC236}">
                  <a16:creationId xmlns:a16="http://schemas.microsoft.com/office/drawing/2014/main" id="{5049694B-A720-7649-44F7-8E01AEB120BE}"/>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AB990CA3-2FD9-398F-B0F4-877EDCCC20F9}"/>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168" name="Google Shape;168;p16"/>
          <p:cNvSpPr txBox="1">
            <a:spLocks noGrp="1"/>
          </p:cNvSpPr>
          <p:nvPr>
            <p:ph idx="1"/>
          </p:nvPr>
        </p:nvSpPr>
        <p:spPr>
          <a:xfrm>
            <a:off x="1825171" y="864619"/>
            <a:ext cx="9721785" cy="3409670"/>
          </a:xfrm>
          <a:prstGeom prst="rect">
            <a:avLst/>
          </a:prstGeom>
          <a:noFill/>
          <a:ln>
            <a:noFill/>
          </a:ln>
        </p:spPr>
        <p:txBody>
          <a:bodyPr spcFirstLastPara="1" vert="horz" wrap="square" lIns="68569" tIns="34275" rIns="68569" bIns="34275" rtlCol="0" anchor="t" anchorCtr="0">
            <a:normAutofit/>
          </a:bodyPr>
          <a:lstStyle/>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Answer: D</a:t>
            </a:r>
          </a:p>
          <a:p>
            <a:pPr marL="0" indent="0">
              <a:spcBef>
                <a:spcPts val="48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marathon is a long race and hibernation is a lengthy period of sleep. </a:t>
            </a:r>
            <a:endParaRPr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17"/>
          <p:cNvSpPr txBox="1">
            <a:spLocks noGrp="1"/>
          </p:cNvSpPr>
          <p:nvPr>
            <p:ph idx="1"/>
          </p:nvPr>
        </p:nvSpPr>
        <p:spPr>
          <a:xfrm>
            <a:off x="304754" y="132477"/>
            <a:ext cx="8339552" cy="5252913"/>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3.Window is to pane as book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Novel</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Glass</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Cover</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Page</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BEDB1E00-5664-5C5A-BA5B-06B4304669E5}"/>
              </a:ext>
            </a:extLst>
          </p:cNvPr>
          <p:cNvGrpSpPr/>
          <p:nvPr/>
        </p:nvGrpSpPr>
        <p:grpSpPr>
          <a:xfrm>
            <a:off x="8644306" y="4134706"/>
            <a:ext cx="3242940" cy="2635769"/>
            <a:chOff x="8644306" y="4134706"/>
            <a:chExt cx="3242940" cy="2635769"/>
          </a:xfrm>
        </p:grpSpPr>
        <p:pic>
          <p:nvPicPr>
            <p:cNvPr id="3" name="Picture 2">
              <a:extLst>
                <a:ext uri="{FF2B5EF4-FFF2-40B4-BE49-F238E27FC236}">
                  <a16:creationId xmlns:a16="http://schemas.microsoft.com/office/drawing/2014/main" id="{B925785A-E017-FBF2-A0CE-691D65902070}"/>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5572E723-DB27-B81C-EFC9-3BE712B09F40}"/>
                </a:ext>
              </a:extLst>
            </p:cNvPr>
            <p:cNvSpPr txBox="1"/>
            <p:nvPr/>
          </p:nvSpPr>
          <p:spPr>
            <a:xfrm>
              <a:off x="9920222" y="4134706"/>
              <a:ext cx="1967024"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cs typeface="Times New Roman" panose="02020603050405020304" pitchFamily="18" charset="0"/>
                </a:rPr>
                <a:t>D. Page</a:t>
              </a:r>
            </a:p>
          </p:txBody>
        </p:sp>
        <p:sp>
          <p:nvSpPr>
            <p:cNvPr id="5" name="Speech Bubble: Oval 4">
              <a:extLst>
                <a:ext uri="{FF2B5EF4-FFF2-40B4-BE49-F238E27FC236}">
                  <a16:creationId xmlns:a16="http://schemas.microsoft.com/office/drawing/2014/main" id="{2E405551-9206-366F-6076-20D3048F42D1}"/>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177"/>
        <p:cNvGrpSpPr/>
        <p:nvPr/>
      </p:nvGrpSpPr>
      <p:grpSpPr>
        <a:xfrm>
          <a:off x="0" y="0"/>
          <a:ext cx="0" cy="0"/>
          <a:chOff x="0" y="0"/>
          <a:chExt cx="0" cy="0"/>
        </a:xfrm>
      </p:grpSpPr>
      <p:grpSp>
        <p:nvGrpSpPr>
          <p:cNvPr id="2" name="Group 1">
            <a:extLst>
              <a:ext uri="{FF2B5EF4-FFF2-40B4-BE49-F238E27FC236}">
                <a16:creationId xmlns:a16="http://schemas.microsoft.com/office/drawing/2014/main" id="{C5126D13-8301-091E-6B6D-C135900F0EB5}"/>
              </a:ext>
            </a:extLst>
          </p:cNvPr>
          <p:cNvGrpSpPr/>
          <p:nvPr/>
        </p:nvGrpSpPr>
        <p:grpSpPr>
          <a:xfrm>
            <a:off x="1617687" y="797442"/>
            <a:ext cx="9569302" cy="3327991"/>
            <a:chOff x="2009551" y="1605666"/>
            <a:chExt cx="7260415" cy="4565994"/>
          </a:xfrm>
          <a:noFill/>
        </p:grpSpPr>
        <p:sp>
          <p:nvSpPr>
            <p:cNvPr id="3" name="Speech Bubble: Rectangle with Corners Rounded 2">
              <a:extLst>
                <a:ext uri="{FF2B5EF4-FFF2-40B4-BE49-F238E27FC236}">
                  <a16:creationId xmlns:a16="http://schemas.microsoft.com/office/drawing/2014/main" id="{6E06FD2F-070F-56E5-E2F7-1E7C4BA11836}"/>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2686EEC6-B811-9B72-7984-7E4812300260}"/>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178" name="Google Shape;178;p18"/>
          <p:cNvSpPr txBox="1">
            <a:spLocks noGrp="1"/>
          </p:cNvSpPr>
          <p:nvPr>
            <p:ph idx="1"/>
          </p:nvPr>
        </p:nvSpPr>
        <p:spPr>
          <a:xfrm>
            <a:off x="1884805" y="864618"/>
            <a:ext cx="9302184" cy="3159805"/>
          </a:xfrm>
          <a:prstGeom prst="rect">
            <a:avLst/>
          </a:prstGeom>
          <a:noFill/>
          <a:ln>
            <a:noFill/>
          </a:ln>
        </p:spPr>
        <p:txBody>
          <a:bodyPr spcFirstLastPara="1" vert="horz" wrap="square" lIns="68569" tIns="34275" rIns="68569" bIns="34275" rtlCol="0" anchor="t" anchorCtr="0">
            <a:normAutofit/>
          </a:bodyPr>
          <a:lstStyle/>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Answer: D</a:t>
            </a:r>
          </a:p>
          <a:p>
            <a:pPr marL="0" indent="0">
              <a:spcBef>
                <a:spcPts val="48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window is made up of panes, and a book is made up of pages</a:t>
            </a:r>
            <a:endParaRPr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182"/>
        <p:cNvGrpSpPr/>
        <p:nvPr/>
      </p:nvGrpSpPr>
      <p:grpSpPr>
        <a:xfrm>
          <a:off x="0" y="0"/>
          <a:ext cx="0" cy="0"/>
          <a:chOff x="0" y="0"/>
          <a:chExt cx="0" cy="0"/>
        </a:xfrm>
      </p:grpSpPr>
      <p:sp>
        <p:nvSpPr>
          <p:cNvPr id="183" name="Google Shape;183;p19"/>
          <p:cNvSpPr txBox="1">
            <a:spLocks noGrp="1"/>
          </p:cNvSpPr>
          <p:nvPr>
            <p:ph idx="1"/>
          </p:nvPr>
        </p:nvSpPr>
        <p:spPr>
          <a:xfrm>
            <a:off x="357963" y="191467"/>
            <a:ext cx="9296399" cy="5119495"/>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4. Cup is to coffee as bowl is to </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Dish</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Soup</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Spoon</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Food</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7442C457-2265-72E8-36C1-1AE295B6E964}"/>
              </a:ext>
            </a:extLst>
          </p:cNvPr>
          <p:cNvGrpSpPr/>
          <p:nvPr/>
        </p:nvGrpSpPr>
        <p:grpSpPr>
          <a:xfrm>
            <a:off x="8644306" y="4132933"/>
            <a:ext cx="3425419" cy="2637542"/>
            <a:chOff x="8644306" y="4132933"/>
            <a:chExt cx="3425419" cy="2637542"/>
          </a:xfrm>
        </p:grpSpPr>
        <p:pic>
          <p:nvPicPr>
            <p:cNvPr id="3" name="Picture 2">
              <a:extLst>
                <a:ext uri="{FF2B5EF4-FFF2-40B4-BE49-F238E27FC236}">
                  <a16:creationId xmlns:a16="http://schemas.microsoft.com/office/drawing/2014/main" id="{D9BDC642-5AD5-D27B-24BE-3A78971916BE}"/>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110925D8-F597-88A7-DC6C-86DCF1A64E99}"/>
                </a:ext>
              </a:extLst>
            </p:cNvPr>
            <p:cNvSpPr txBox="1"/>
            <p:nvPr/>
          </p:nvSpPr>
          <p:spPr>
            <a:xfrm>
              <a:off x="9890050" y="4132933"/>
              <a:ext cx="2179675"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cs typeface="Times New Roman" panose="02020603050405020304" pitchFamily="18" charset="0"/>
                </a:rPr>
                <a:t>B. Soup</a:t>
              </a:r>
            </a:p>
          </p:txBody>
        </p:sp>
        <p:sp>
          <p:nvSpPr>
            <p:cNvPr id="5" name="Speech Bubble: Oval 4">
              <a:extLst>
                <a:ext uri="{FF2B5EF4-FFF2-40B4-BE49-F238E27FC236}">
                  <a16:creationId xmlns:a16="http://schemas.microsoft.com/office/drawing/2014/main" id="{D9005907-3A5D-6D53-BF75-044D3677B888}"/>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187"/>
        <p:cNvGrpSpPr/>
        <p:nvPr/>
      </p:nvGrpSpPr>
      <p:grpSpPr>
        <a:xfrm>
          <a:off x="0" y="0"/>
          <a:ext cx="0" cy="0"/>
          <a:chOff x="0" y="0"/>
          <a:chExt cx="0" cy="0"/>
        </a:xfrm>
      </p:grpSpPr>
      <p:grpSp>
        <p:nvGrpSpPr>
          <p:cNvPr id="2" name="Group 1">
            <a:extLst>
              <a:ext uri="{FF2B5EF4-FFF2-40B4-BE49-F238E27FC236}">
                <a16:creationId xmlns:a16="http://schemas.microsoft.com/office/drawing/2014/main" id="{9A5A1762-A3A4-3690-37AD-473C60E80A32}"/>
              </a:ext>
            </a:extLst>
          </p:cNvPr>
          <p:cNvGrpSpPr/>
          <p:nvPr/>
        </p:nvGrpSpPr>
        <p:grpSpPr>
          <a:xfrm>
            <a:off x="1617687" y="797442"/>
            <a:ext cx="9569302" cy="2700669"/>
            <a:chOff x="2009551" y="1605666"/>
            <a:chExt cx="7260415" cy="4565994"/>
          </a:xfrm>
          <a:noFill/>
        </p:grpSpPr>
        <p:sp>
          <p:nvSpPr>
            <p:cNvPr id="3" name="Speech Bubble: Rectangle with Corners Rounded 2">
              <a:extLst>
                <a:ext uri="{FF2B5EF4-FFF2-40B4-BE49-F238E27FC236}">
                  <a16:creationId xmlns:a16="http://schemas.microsoft.com/office/drawing/2014/main" id="{BEC562A7-5F20-ABCB-0340-DA22D94C7104}"/>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CA00A19F-262B-38D0-765A-B3D413A5E621}"/>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188" name="Google Shape;188;p20"/>
          <p:cNvSpPr txBox="1">
            <a:spLocks noGrp="1"/>
          </p:cNvSpPr>
          <p:nvPr>
            <p:ph idx="1"/>
          </p:nvPr>
        </p:nvSpPr>
        <p:spPr>
          <a:xfrm>
            <a:off x="1936814" y="925143"/>
            <a:ext cx="9333697" cy="4022984"/>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B</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Coffee goes into a cup and soup goes into a bowl.</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30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192"/>
        <p:cNvGrpSpPr/>
        <p:nvPr/>
      </p:nvGrpSpPr>
      <p:grpSpPr>
        <a:xfrm>
          <a:off x="0" y="0"/>
          <a:ext cx="0" cy="0"/>
          <a:chOff x="0" y="0"/>
          <a:chExt cx="0" cy="0"/>
        </a:xfrm>
      </p:grpSpPr>
      <p:sp>
        <p:nvSpPr>
          <p:cNvPr id="193" name="Google Shape;193;p21"/>
          <p:cNvSpPr txBox="1">
            <a:spLocks noGrp="1"/>
          </p:cNvSpPr>
          <p:nvPr>
            <p:ph idx="1"/>
          </p:nvPr>
        </p:nvSpPr>
        <p:spPr>
          <a:xfrm>
            <a:off x="182442" y="87525"/>
            <a:ext cx="9136994" cy="4590801"/>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5.Yard is to inch as quart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Gallon</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Ounce</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Milk</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liquid</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4DC738C6-08B2-4418-5727-066B6EB126CD}"/>
              </a:ext>
            </a:extLst>
          </p:cNvPr>
          <p:cNvGrpSpPr/>
          <p:nvPr/>
        </p:nvGrpSpPr>
        <p:grpSpPr>
          <a:xfrm>
            <a:off x="8644306" y="4134706"/>
            <a:ext cx="3365252" cy="2635769"/>
            <a:chOff x="8644306" y="4134706"/>
            <a:chExt cx="3365252" cy="2635769"/>
          </a:xfrm>
        </p:grpSpPr>
        <p:pic>
          <p:nvPicPr>
            <p:cNvPr id="3" name="Picture 2">
              <a:extLst>
                <a:ext uri="{FF2B5EF4-FFF2-40B4-BE49-F238E27FC236}">
                  <a16:creationId xmlns:a16="http://schemas.microsoft.com/office/drawing/2014/main" id="{A6180780-EBE9-A204-E3B6-DE5A88198F97}"/>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1BEABAAF-F781-CEE6-B3ED-A9C375D71145}"/>
                </a:ext>
              </a:extLst>
            </p:cNvPr>
            <p:cNvSpPr txBox="1"/>
            <p:nvPr/>
          </p:nvSpPr>
          <p:spPr>
            <a:xfrm>
              <a:off x="9829883" y="4134706"/>
              <a:ext cx="2179675"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cs typeface="Times New Roman" panose="02020603050405020304" pitchFamily="18" charset="0"/>
                </a:rPr>
                <a:t>B. Ounce</a:t>
              </a:r>
            </a:p>
          </p:txBody>
        </p:sp>
        <p:sp>
          <p:nvSpPr>
            <p:cNvPr id="5" name="Speech Bubble: Oval 4">
              <a:extLst>
                <a:ext uri="{FF2B5EF4-FFF2-40B4-BE49-F238E27FC236}">
                  <a16:creationId xmlns:a16="http://schemas.microsoft.com/office/drawing/2014/main" id="{253E635D-BF72-D21D-EB34-486B0FBE855C}"/>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197"/>
        <p:cNvGrpSpPr/>
        <p:nvPr/>
      </p:nvGrpSpPr>
      <p:grpSpPr>
        <a:xfrm>
          <a:off x="0" y="0"/>
          <a:ext cx="0" cy="0"/>
          <a:chOff x="0" y="0"/>
          <a:chExt cx="0" cy="0"/>
        </a:xfrm>
      </p:grpSpPr>
      <p:grpSp>
        <p:nvGrpSpPr>
          <p:cNvPr id="2" name="Group 1">
            <a:extLst>
              <a:ext uri="{FF2B5EF4-FFF2-40B4-BE49-F238E27FC236}">
                <a16:creationId xmlns:a16="http://schemas.microsoft.com/office/drawing/2014/main" id="{60644FE0-DB89-A3A2-A0CE-E73955AFDF0C}"/>
              </a:ext>
            </a:extLst>
          </p:cNvPr>
          <p:cNvGrpSpPr/>
          <p:nvPr/>
        </p:nvGrpSpPr>
        <p:grpSpPr>
          <a:xfrm>
            <a:off x="1617687" y="797442"/>
            <a:ext cx="9569302" cy="3726711"/>
            <a:chOff x="2009551" y="1605666"/>
            <a:chExt cx="7260415" cy="4565994"/>
          </a:xfrm>
          <a:noFill/>
        </p:grpSpPr>
        <p:sp>
          <p:nvSpPr>
            <p:cNvPr id="3" name="Speech Bubble: Rectangle with Corners Rounded 2">
              <a:extLst>
                <a:ext uri="{FF2B5EF4-FFF2-40B4-BE49-F238E27FC236}">
                  <a16:creationId xmlns:a16="http://schemas.microsoft.com/office/drawing/2014/main" id="{50472A33-CE25-E4F2-6C4D-DED97D11CB1F}"/>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3CD3CE75-D39E-2346-218C-9677A0A6A773}"/>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198" name="Google Shape;198;p22"/>
          <p:cNvSpPr txBox="1">
            <a:spLocks noGrp="1"/>
          </p:cNvSpPr>
          <p:nvPr>
            <p:ph idx="1"/>
          </p:nvPr>
        </p:nvSpPr>
        <p:spPr>
          <a:xfrm>
            <a:off x="1799726" y="864618"/>
            <a:ext cx="9321930" cy="4266508"/>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B</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yard is a larger measure than an inch (a yard contains 36 inches). A quart is a larger measure than an ounce (a quart contains 32 ounces).</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202"/>
        <p:cNvGrpSpPr/>
        <p:nvPr/>
      </p:nvGrpSpPr>
      <p:grpSpPr>
        <a:xfrm>
          <a:off x="0" y="0"/>
          <a:ext cx="0" cy="0"/>
          <a:chOff x="0" y="0"/>
          <a:chExt cx="0" cy="0"/>
        </a:xfrm>
      </p:grpSpPr>
      <p:sp>
        <p:nvSpPr>
          <p:cNvPr id="203" name="Google Shape;203;p23"/>
          <p:cNvSpPr txBox="1">
            <a:spLocks noGrp="1"/>
          </p:cNvSpPr>
          <p:nvPr>
            <p:ph idx="1"/>
          </p:nvPr>
        </p:nvSpPr>
        <p:spPr>
          <a:xfrm>
            <a:off x="154172" y="-32342"/>
            <a:ext cx="9090111" cy="5160778"/>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6.Elated is to despondent as enlightened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Aware</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Ignorant</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Miserable</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Tolerant</a:t>
            </a:r>
            <a:endParaRPr sz="3600" dirty="0">
              <a:latin typeface="Times New Roman" panose="02020603050405020304" pitchFamily="18" charset="0"/>
              <a:ea typeface="+mn-ea"/>
              <a:cs typeface="Times New Roman" panose="02020603050405020304" pitchFamily="18" charset="0"/>
            </a:endParaRPr>
          </a:p>
          <a:p>
            <a:pPr marL="0" indent="0">
              <a:spcBef>
                <a:spcPts val="480"/>
              </a:spcBef>
              <a:buClr>
                <a:schemeClr val="dk1"/>
              </a:buClr>
              <a:buSzPts val="3200"/>
              <a:buNone/>
            </a:pPr>
            <a:endParaRPr dirty="0"/>
          </a:p>
        </p:txBody>
      </p:sp>
      <p:grpSp>
        <p:nvGrpSpPr>
          <p:cNvPr id="2" name="Group 1">
            <a:extLst>
              <a:ext uri="{FF2B5EF4-FFF2-40B4-BE49-F238E27FC236}">
                <a16:creationId xmlns:a16="http://schemas.microsoft.com/office/drawing/2014/main" id="{AAC9F80E-9086-2A94-BF37-2C99DD4001B6}"/>
              </a:ext>
            </a:extLst>
          </p:cNvPr>
          <p:cNvGrpSpPr/>
          <p:nvPr/>
        </p:nvGrpSpPr>
        <p:grpSpPr>
          <a:xfrm>
            <a:off x="8644306" y="3960628"/>
            <a:ext cx="3393522" cy="2809847"/>
            <a:chOff x="8644306" y="3960628"/>
            <a:chExt cx="3393522" cy="2809847"/>
          </a:xfrm>
        </p:grpSpPr>
        <p:pic>
          <p:nvPicPr>
            <p:cNvPr id="3" name="Picture 2">
              <a:extLst>
                <a:ext uri="{FF2B5EF4-FFF2-40B4-BE49-F238E27FC236}">
                  <a16:creationId xmlns:a16="http://schemas.microsoft.com/office/drawing/2014/main" id="{81241A48-2777-9D31-6B5D-365954484F35}"/>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14F13038-57E6-767E-BA81-45B592E3A1EF}"/>
                </a:ext>
              </a:extLst>
            </p:cNvPr>
            <p:cNvSpPr txBox="1"/>
            <p:nvPr/>
          </p:nvSpPr>
          <p:spPr>
            <a:xfrm>
              <a:off x="9645502" y="4047667"/>
              <a:ext cx="2392326"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ea typeface="+mn-ea"/>
                  <a:cs typeface="Times New Roman" panose="02020603050405020304" pitchFamily="18" charset="0"/>
                </a:rPr>
                <a:t>B. Ignorant</a:t>
              </a:r>
            </a:p>
          </p:txBody>
        </p:sp>
        <p:sp>
          <p:nvSpPr>
            <p:cNvPr id="5" name="Speech Bubble: Oval 4">
              <a:extLst>
                <a:ext uri="{FF2B5EF4-FFF2-40B4-BE49-F238E27FC236}">
                  <a16:creationId xmlns:a16="http://schemas.microsoft.com/office/drawing/2014/main" id="{92A86707-34E4-D82C-D4CA-32BD5F1881C5}"/>
                </a:ext>
              </a:extLst>
            </p:cNvPr>
            <p:cNvSpPr/>
            <p:nvPr/>
          </p:nvSpPr>
          <p:spPr>
            <a:xfrm>
              <a:off x="9550314" y="3960628"/>
              <a:ext cx="2450805" cy="1167808"/>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207"/>
        <p:cNvGrpSpPr/>
        <p:nvPr/>
      </p:nvGrpSpPr>
      <p:grpSpPr>
        <a:xfrm>
          <a:off x="0" y="0"/>
          <a:ext cx="0" cy="0"/>
          <a:chOff x="0" y="0"/>
          <a:chExt cx="0" cy="0"/>
        </a:xfrm>
      </p:grpSpPr>
      <p:grpSp>
        <p:nvGrpSpPr>
          <p:cNvPr id="2" name="Group 1">
            <a:extLst>
              <a:ext uri="{FF2B5EF4-FFF2-40B4-BE49-F238E27FC236}">
                <a16:creationId xmlns:a16="http://schemas.microsoft.com/office/drawing/2014/main" id="{79C16F6F-FD08-AE54-1ABB-1E2D26B450E8}"/>
              </a:ext>
            </a:extLst>
          </p:cNvPr>
          <p:cNvGrpSpPr/>
          <p:nvPr/>
        </p:nvGrpSpPr>
        <p:grpSpPr>
          <a:xfrm>
            <a:off x="1213650" y="568843"/>
            <a:ext cx="9569302" cy="3099390"/>
            <a:chOff x="2009551" y="1605666"/>
            <a:chExt cx="7260415" cy="4565994"/>
          </a:xfrm>
          <a:noFill/>
        </p:grpSpPr>
        <p:sp>
          <p:nvSpPr>
            <p:cNvPr id="3" name="Speech Bubble: Rectangle with Corners Rounded 2">
              <a:extLst>
                <a:ext uri="{FF2B5EF4-FFF2-40B4-BE49-F238E27FC236}">
                  <a16:creationId xmlns:a16="http://schemas.microsoft.com/office/drawing/2014/main" id="{E66F2949-9975-781A-A240-36F24AAFA064}"/>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4BEAD5C5-4283-CCFB-27B5-6119B4586ED6}"/>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08" name="Google Shape;208;p24"/>
          <p:cNvSpPr txBox="1">
            <a:spLocks noGrp="1"/>
          </p:cNvSpPr>
          <p:nvPr>
            <p:ph idx="1"/>
          </p:nvPr>
        </p:nvSpPr>
        <p:spPr>
          <a:xfrm>
            <a:off x="1409048" y="701684"/>
            <a:ext cx="9186296" cy="2727316"/>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B</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Elated is the opposite of despondent; enlightened is the opposite of ignorant.</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212"/>
        <p:cNvGrpSpPr/>
        <p:nvPr/>
      </p:nvGrpSpPr>
      <p:grpSpPr>
        <a:xfrm>
          <a:off x="0" y="0"/>
          <a:ext cx="0" cy="0"/>
          <a:chOff x="0" y="0"/>
          <a:chExt cx="0" cy="0"/>
        </a:xfrm>
      </p:grpSpPr>
      <p:sp>
        <p:nvSpPr>
          <p:cNvPr id="213" name="Google Shape;213;p25"/>
          <p:cNvSpPr txBox="1">
            <a:spLocks noGrp="1"/>
          </p:cNvSpPr>
          <p:nvPr>
            <p:ph idx="1"/>
          </p:nvPr>
        </p:nvSpPr>
        <p:spPr>
          <a:xfrm>
            <a:off x="253916" y="59810"/>
            <a:ext cx="8286343" cy="5068626"/>
          </a:xfrm>
          <a:prstGeom prst="rect">
            <a:avLst/>
          </a:prstGeom>
          <a:noFill/>
          <a:ln>
            <a:noFill/>
          </a:ln>
        </p:spPr>
        <p:txBody>
          <a:bodyPr spcFirstLastPara="1" vert="horz" wrap="square" lIns="68569" tIns="34275" rIns="68569" bIns="34275" rtlCol="0" anchor="t" anchorCtr="0">
            <a:normAutofit/>
          </a:bodyPr>
          <a:lstStyle/>
          <a:p>
            <a:pPr marL="0" indent="0">
              <a:lnSpc>
                <a:spcPct val="15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7.Optimist is to cheerful as pessimist is to</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Gloomy</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Mean</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Petty</a:t>
            </a:r>
            <a:endParaRPr sz="3600" dirty="0">
              <a:latin typeface="Times New Roman" panose="02020603050405020304" pitchFamily="18" charset="0"/>
              <a:ea typeface="+mn-ea"/>
              <a:cs typeface="Times New Roman" panose="02020603050405020304" pitchFamily="18" charset="0"/>
            </a:endParaRPr>
          </a:p>
          <a:p>
            <a:pPr marL="0" indent="0">
              <a:lnSpc>
                <a:spcPct val="15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Helpful  </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8BFA2EE6-35BE-6451-0F8E-B3845F668344}"/>
              </a:ext>
            </a:extLst>
          </p:cNvPr>
          <p:cNvGrpSpPr/>
          <p:nvPr/>
        </p:nvGrpSpPr>
        <p:grpSpPr>
          <a:xfrm>
            <a:off x="8644306" y="4054280"/>
            <a:ext cx="3330992" cy="2716195"/>
            <a:chOff x="8644306" y="4054280"/>
            <a:chExt cx="3330992" cy="2716195"/>
          </a:xfrm>
        </p:grpSpPr>
        <p:pic>
          <p:nvPicPr>
            <p:cNvPr id="3" name="Picture 2">
              <a:extLst>
                <a:ext uri="{FF2B5EF4-FFF2-40B4-BE49-F238E27FC236}">
                  <a16:creationId xmlns:a16="http://schemas.microsoft.com/office/drawing/2014/main" id="{ACC13560-A415-A2B3-5562-51E60CC0BAB3}"/>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89106D80-21DC-C837-839A-499C25859C47}"/>
                </a:ext>
              </a:extLst>
            </p:cNvPr>
            <p:cNvSpPr txBox="1"/>
            <p:nvPr/>
          </p:nvSpPr>
          <p:spPr>
            <a:xfrm>
              <a:off x="9649047" y="4054280"/>
              <a:ext cx="2326251"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ea typeface="+mn-ea"/>
                  <a:cs typeface="Times New Roman" panose="02020603050405020304" pitchFamily="18" charset="0"/>
                </a:rPr>
                <a:t>A. Gloomy</a:t>
              </a:r>
            </a:p>
          </p:txBody>
        </p:sp>
        <p:sp>
          <p:nvSpPr>
            <p:cNvPr id="5" name="Speech Bubble: Oval 4">
              <a:extLst>
                <a:ext uri="{FF2B5EF4-FFF2-40B4-BE49-F238E27FC236}">
                  <a16:creationId xmlns:a16="http://schemas.microsoft.com/office/drawing/2014/main" id="{BEE5459D-4370-02BF-76A6-1CB6E597259B}"/>
                </a:ext>
              </a:extLst>
            </p:cNvPr>
            <p:cNvSpPr/>
            <p:nvPr/>
          </p:nvSpPr>
          <p:spPr>
            <a:xfrm>
              <a:off x="9611833" y="4054280"/>
              <a:ext cx="2326251" cy="1024269"/>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grpSp>
        <p:nvGrpSpPr>
          <p:cNvPr id="2" name="Group 1">
            <a:extLst>
              <a:ext uri="{FF2B5EF4-FFF2-40B4-BE49-F238E27FC236}">
                <a16:creationId xmlns:a16="http://schemas.microsoft.com/office/drawing/2014/main" id="{7E308566-8FE7-A51B-056B-E9A881BB722D}"/>
              </a:ext>
            </a:extLst>
          </p:cNvPr>
          <p:cNvGrpSpPr/>
          <p:nvPr/>
        </p:nvGrpSpPr>
        <p:grpSpPr>
          <a:xfrm>
            <a:off x="1617687" y="797442"/>
            <a:ext cx="9569302" cy="3285459"/>
            <a:chOff x="2009551" y="1605666"/>
            <a:chExt cx="7260415" cy="4565994"/>
          </a:xfrm>
          <a:noFill/>
        </p:grpSpPr>
        <p:sp>
          <p:nvSpPr>
            <p:cNvPr id="3" name="Speech Bubble: Rectangle with Corners Rounded 2">
              <a:extLst>
                <a:ext uri="{FF2B5EF4-FFF2-40B4-BE49-F238E27FC236}">
                  <a16:creationId xmlns:a16="http://schemas.microsoft.com/office/drawing/2014/main" id="{897D4172-BD04-A4DE-49E6-38819B3294EC}"/>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82D68C7E-B457-C07B-CA2A-4DDD1BAD1AD7}"/>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18" name="Google Shape;218;p26"/>
          <p:cNvSpPr txBox="1">
            <a:spLocks noGrp="1"/>
          </p:cNvSpPr>
          <p:nvPr>
            <p:ph idx="1"/>
          </p:nvPr>
        </p:nvSpPr>
        <p:spPr>
          <a:xfrm>
            <a:off x="1846439" y="974383"/>
            <a:ext cx="9340550" cy="3899316"/>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A</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An optimist is a person whose outlook is cheerful. A pessimist is a person whose outlook is gloomy.</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222"/>
        <p:cNvGrpSpPr/>
        <p:nvPr/>
      </p:nvGrpSpPr>
      <p:grpSpPr>
        <a:xfrm>
          <a:off x="0" y="0"/>
          <a:ext cx="0" cy="0"/>
          <a:chOff x="0" y="0"/>
          <a:chExt cx="0" cy="0"/>
        </a:xfrm>
      </p:grpSpPr>
      <p:sp>
        <p:nvSpPr>
          <p:cNvPr id="223" name="Google Shape;223;p27"/>
          <p:cNvSpPr txBox="1">
            <a:spLocks noGrp="1"/>
          </p:cNvSpPr>
          <p:nvPr>
            <p:ph idx="1"/>
          </p:nvPr>
        </p:nvSpPr>
        <p:spPr>
          <a:xfrm>
            <a:off x="158473" y="0"/>
            <a:ext cx="8847303" cy="5304955"/>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8.Reptile is to lizard as flower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Petal</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Stem</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Daisy</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alligator</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046CBDE8-3D74-F140-A34A-B15ADABA2FFA}"/>
              </a:ext>
            </a:extLst>
          </p:cNvPr>
          <p:cNvGrpSpPr/>
          <p:nvPr/>
        </p:nvGrpSpPr>
        <p:grpSpPr>
          <a:xfrm>
            <a:off x="8644306" y="4134706"/>
            <a:ext cx="3389221" cy="2635769"/>
            <a:chOff x="8644306" y="4134706"/>
            <a:chExt cx="3389221" cy="2635769"/>
          </a:xfrm>
        </p:grpSpPr>
        <p:pic>
          <p:nvPicPr>
            <p:cNvPr id="3" name="Picture 2">
              <a:extLst>
                <a:ext uri="{FF2B5EF4-FFF2-40B4-BE49-F238E27FC236}">
                  <a16:creationId xmlns:a16="http://schemas.microsoft.com/office/drawing/2014/main" id="{9776D79F-2190-C2D9-5F6A-892E9B4D58F0}"/>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B742605C-484B-51DE-BE7F-6769FCC2D97F}"/>
                </a:ext>
              </a:extLst>
            </p:cNvPr>
            <p:cNvSpPr txBox="1"/>
            <p:nvPr/>
          </p:nvSpPr>
          <p:spPr>
            <a:xfrm>
              <a:off x="9853852" y="4134706"/>
              <a:ext cx="2179675"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ea typeface="+mn-ea"/>
                  <a:cs typeface="Times New Roman" panose="02020603050405020304" pitchFamily="18" charset="0"/>
                </a:rPr>
                <a:t>C. Daisy</a:t>
              </a:r>
            </a:p>
          </p:txBody>
        </p:sp>
        <p:sp>
          <p:nvSpPr>
            <p:cNvPr id="5" name="Speech Bubble: Oval 4">
              <a:extLst>
                <a:ext uri="{FF2B5EF4-FFF2-40B4-BE49-F238E27FC236}">
                  <a16:creationId xmlns:a16="http://schemas.microsoft.com/office/drawing/2014/main" id="{E3542F20-A343-735F-CE8D-36F90FEC571E}"/>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227"/>
        <p:cNvGrpSpPr/>
        <p:nvPr/>
      </p:nvGrpSpPr>
      <p:grpSpPr>
        <a:xfrm>
          <a:off x="0" y="0"/>
          <a:ext cx="0" cy="0"/>
          <a:chOff x="0" y="0"/>
          <a:chExt cx="0" cy="0"/>
        </a:xfrm>
      </p:grpSpPr>
      <p:grpSp>
        <p:nvGrpSpPr>
          <p:cNvPr id="2" name="Group 1">
            <a:extLst>
              <a:ext uri="{FF2B5EF4-FFF2-40B4-BE49-F238E27FC236}">
                <a16:creationId xmlns:a16="http://schemas.microsoft.com/office/drawing/2014/main" id="{031729D0-C8EF-0072-697F-F9D0CD32908D}"/>
              </a:ext>
            </a:extLst>
          </p:cNvPr>
          <p:cNvGrpSpPr/>
          <p:nvPr/>
        </p:nvGrpSpPr>
        <p:grpSpPr>
          <a:xfrm>
            <a:off x="1617687" y="797443"/>
            <a:ext cx="9569302" cy="3157870"/>
            <a:chOff x="2009551" y="1605666"/>
            <a:chExt cx="7260415" cy="4565994"/>
          </a:xfrm>
          <a:noFill/>
        </p:grpSpPr>
        <p:sp>
          <p:nvSpPr>
            <p:cNvPr id="3" name="Speech Bubble: Rectangle with Corners Rounded 2">
              <a:extLst>
                <a:ext uri="{FF2B5EF4-FFF2-40B4-BE49-F238E27FC236}">
                  <a16:creationId xmlns:a16="http://schemas.microsoft.com/office/drawing/2014/main" id="{499DFA1A-7777-79A3-B926-5AAB8D7C28F9}"/>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E5D1C16E-26CA-FBEF-73B8-7891F26CB7AF}"/>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28" name="Google Shape;228;p28"/>
          <p:cNvSpPr txBox="1">
            <a:spLocks noGrp="1"/>
          </p:cNvSpPr>
          <p:nvPr>
            <p:ph idx="1"/>
          </p:nvPr>
        </p:nvSpPr>
        <p:spPr>
          <a:xfrm>
            <a:off x="1888966" y="864619"/>
            <a:ext cx="9163577" cy="3090694"/>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C</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lizard is a type of reptile; a daisy is a type of flower.</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30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232"/>
        <p:cNvGrpSpPr/>
        <p:nvPr/>
      </p:nvGrpSpPr>
      <p:grpSpPr>
        <a:xfrm>
          <a:off x="0" y="0"/>
          <a:ext cx="0" cy="0"/>
          <a:chOff x="0" y="0"/>
          <a:chExt cx="0" cy="0"/>
        </a:xfrm>
      </p:grpSpPr>
      <p:sp>
        <p:nvSpPr>
          <p:cNvPr id="233" name="Google Shape;233;p29"/>
          <p:cNvSpPr txBox="1">
            <a:spLocks noGrp="1"/>
          </p:cNvSpPr>
          <p:nvPr>
            <p:ph idx="1"/>
          </p:nvPr>
        </p:nvSpPr>
        <p:spPr>
          <a:xfrm>
            <a:off x="149238" y="0"/>
            <a:ext cx="8075045" cy="5581461"/>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9. Play is to actor as concert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Symphony</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Musician</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Piano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Percussion</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134EC31C-CE0F-0EA0-837D-49B6D550E1C8}"/>
              </a:ext>
            </a:extLst>
          </p:cNvPr>
          <p:cNvGrpSpPr/>
          <p:nvPr/>
        </p:nvGrpSpPr>
        <p:grpSpPr>
          <a:xfrm>
            <a:off x="8644306" y="3946258"/>
            <a:ext cx="3561869" cy="2824217"/>
            <a:chOff x="8644306" y="3946258"/>
            <a:chExt cx="3561869" cy="2824217"/>
          </a:xfrm>
        </p:grpSpPr>
        <p:pic>
          <p:nvPicPr>
            <p:cNvPr id="3" name="Picture 2">
              <a:extLst>
                <a:ext uri="{FF2B5EF4-FFF2-40B4-BE49-F238E27FC236}">
                  <a16:creationId xmlns:a16="http://schemas.microsoft.com/office/drawing/2014/main" id="{9E1D75CF-D00D-CC3B-F67D-F4CC721721CC}"/>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F031B868-BEDE-73A6-0BBF-B4DFA249F6A1}"/>
                </a:ext>
              </a:extLst>
            </p:cNvPr>
            <p:cNvSpPr txBox="1"/>
            <p:nvPr/>
          </p:nvSpPr>
          <p:spPr>
            <a:xfrm>
              <a:off x="9508545" y="4040482"/>
              <a:ext cx="2697630" cy="823752"/>
            </a:xfrm>
            <a:prstGeom prst="rect">
              <a:avLst/>
            </a:prstGeom>
            <a:noFill/>
          </p:spPr>
          <p:txBody>
            <a:bodyPr wrap="square" rtlCol="0">
              <a:spAutoFit/>
            </a:bodyPr>
            <a:lstStyle/>
            <a:p>
              <a:pPr>
                <a:lnSpc>
                  <a:spcPct val="150000"/>
                </a:lnSpc>
                <a:spcBef>
                  <a:spcPts val="480"/>
                </a:spcBef>
                <a:buClr>
                  <a:schemeClr val="dk1"/>
                </a:buClr>
                <a:buSzPts val="3200"/>
              </a:pPr>
              <a:r>
                <a:rPr lang="en-US" sz="3600" dirty="0">
                  <a:solidFill>
                    <a:srgbClr val="00B0F0"/>
                  </a:solidFill>
                  <a:latin typeface="Times New Roman" panose="02020603050405020304" pitchFamily="18" charset="0"/>
                  <a:ea typeface="+mn-ea"/>
                  <a:cs typeface="Times New Roman" panose="02020603050405020304" pitchFamily="18" charset="0"/>
                </a:rPr>
                <a:t>B. Musician</a:t>
              </a:r>
            </a:p>
          </p:txBody>
        </p:sp>
        <p:sp>
          <p:nvSpPr>
            <p:cNvPr id="5" name="Speech Bubble: Oval 4">
              <a:extLst>
                <a:ext uri="{FF2B5EF4-FFF2-40B4-BE49-F238E27FC236}">
                  <a16:creationId xmlns:a16="http://schemas.microsoft.com/office/drawing/2014/main" id="{B98058CF-074D-2402-A9BC-1002B9603ADE}"/>
                </a:ext>
              </a:extLst>
            </p:cNvPr>
            <p:cNvSpPr/>
            <p:nvPr/>
          </p:nvSpPr>
          <p:spPr>
            <a:xfrm>
              <a:off x="9508545" y="3946258"/>
              <a:ext cx="2429539" cy="1194389"/>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237"/>
        <p:cNvGrpSpPr/>
        <p:nvPr/>
      </p:nvGrpSpPr>
      <p:grpSpPr>
        <a:xfrm>
          <a:off x="0" y="0"/>
          <a:ext cx="0" cy="0"/>
          <a:chOff x="0" y="0"/>
          <a:chExt cx="0" cy="0"/>
        </a:xfrm>
      </p:grpSpPr>
      <p:grpSp>
        <p:nvGrpSpPr>
          <p:cNvPr id="2" name="Group 1">
            <a:extLst>
              <a:ext uri="{FF2B5EF4-FFF2-40B4-BE49-F238E27FC236}">
                <a16:creationId xmlns:a16="http://schemas.microsoft.com/office/drawing/2014/main" id="{3ADA0870-451E-A87A-1464-2224E36A584E}"/>
              </a:ext>
            </a:extLst>
          </p:cNvPr>
          <p:cNvGrpSpPr/>
          <p:nvPr/>
        </p:nvGrpSpPr>
        <p:grpSpPr>
          <a:xfrm>
            <a:off x="1617687" y="797442"/>
            <a:ext cx="9569302" cy="3163185"/>
            <a:chOff x="2009551" y="1605666"/>
            <a:chExt cx="7260415" cy="4565994"/>
          </a:xfrm>
          <a:noFill/>
        </p:grpSpPr>
        <p:sp>
          <p:nvSpPr>
            <p:cNvPr id="3" name="Speech Bubble: Rectangle with Corners Rounded 2">
              <a:extLst>
                <a:ext uri="{FF2B5EF4-FFF2-40B4-BE49-F238E27FC236}">
                  <a16:creationId xmlns:a16="http://schemas.microsoft.com/office/drawing/2014/main" id="{C6FB41F3-2167-138D-5080-543A263143A4}"/>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54461710-770A-4F81-BCAF-D8CE5E702382}"/>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38" name="Google Shape;238;p30"/>
          <p:cNvSpPr txBox="1">
            <a:spLocks noGrp="1"/>
          </p:cNvSpPr>
          <p:nvPr>
            <p:ph idx="1"/>
          </p:nvPr>
        </p:nvSpPr>
        <p:spPr>
          <a:xfrm>
            <a:off x="1777325" y="864618"/>
            <a:ext cx="9328382" cy="4225352"/>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B</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An actor performs in a play. A musician performs at a concert</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242"/>
        <p:cNvGrpSpPr/>
        <p:nvPr/>
      </p:nvGrpSpPr>
      <p:grpSpPr>
        <a:xfrm>
          <a:off x="0" y="0"/>
          <a:ext cx="0" cy="0"/>
          <a:chOff x="0" y="0"/>
          <a:chExt cx="0" cy="0"/>
        </a:xfrm>
      </p:grpSpPr>
      <p:sp>
        <p:nvSpPr>
          <p:cNvPr id="243" name="Google Shape;243;p31"/>
          <p:cNvSpPr txBox="1">
            <a:spLocks noGrp="1"/>
          </p:cNvSpPr>
          <p:nvPr>
            <p:ph idx="1"/>
          </p:nvPr>
        </p:nvSpPr>
        <p:spPr>
          <a:xfrm>
            <a:off x="122275" y="87525"/>
            <a:ext cx="8581580" cy="4931374"/>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10.Sponge is to porous as rubber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Massive</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Solid</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Elastic</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Inflexible</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9A53D534-2D2E-3DE4-15D7-A23D49DE6260}"/>
              </a:ext>
            </a:extLst>
          </p:cNvPr>
          <p:cNvGrpSpPr/>
          <p:nvPr/>
        </p:nvGrpSpPr>
        <p:grpSpPr>
          <a:xfrm>
            <a:off x="8644306" y="4153597"/>
            <a:ext cx="3277829" cy="2616878"/>
            <a:chOff x="8644306" y="4153597"/>
            <a:chExt cx="3277829" cy="2616878"/>
          </a:xfrm>
        </p:grpSpPr>
        <p:pic>
          <p:nvPicPr>
            <p:cNvPr id="3" name="Picture 2">
              <a:extLst>
                <a:ext uri="{FF2B5EF4-FFF2-40B4-BE49-F238E27FC236}">
                  <a16:creationId xmlns:a16="http://schemas.microsoft.com/office/drawing/2014/main" id="{2BFFBCCF-E873-3A8A-C5E1-3C79A98EA44B}"/>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2BD81903-8B01-1E14-4599-E27B9CB02AEB}"/>
                </a:ext>
              </a:extLst>
            </p:cNvPr>
            <p:cNvSpPr txBox="1"/>
            <p:nvPr/>
          </p:nvSpPr>
          <p:spPr>
            <a:xfrm>
              <a:off x="9742460" y="4153597"/>
              <a:ext cx="2179675"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C. Elastic</a:t>
              </a:r>
            </a:p>
          </p:txBody>
        </p:sp>
        <p:sp>
          <p:nvSpPr>
            <p:cNvPr id="5" name="Speech Bubble: Oval 4">
              <a:extLst>
                <a:ext uri="{FF2B5EF4-FFF2-40B4-BE49-F238E27FC236}">
                  <a16:creationId xmlns:a16="http://schemas.microsoft.com/office/drawing/2014/main" id="{FACC2586-84D0-3DAA-5DCD-F85F2BF64413}"/>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grpSp>
        <p:nvGrpSpPr>
          <p:cNvPr id="2" name="Group 1">
            <a:extLst>
              <a:ext uri="{FF2B5EF4-FFF2-40B4-BE49-F238E27FC236}">
                <a16:creationId xmlns:a16="http://schemas.microsoft.com/office/drawing/2014/main" id="{0AB2352C-5A09-5EF5-C037-410A1FD35494}"/>
              </a:ext>
            </a:extLst>
          </p:cNvPr>
          <p:cNvGrpSpPr/>
          <p:nvPr/>
        </p:nvGrpSpPr>
        <p:grpSpPr>
          <a:xfrm>
            <a:off x="1617687" y="797442"/>
            <a:ext cx="9569302" cy="3019645"/>
            <a:chOff x="2009551" y="1605666"/>
            <a:chExt cx="7260415" cy="4565994"/>
          </a:xfrm>
          <a:noFill/>
        </p:grpSpPr>
        <p:sp>
          <p:nvSpPr>
            <p:cNvPr id="3" name="Speech Bubble: Rectangle with Corners Rounded 2">
              <a:extLst>
                <a:ext uri="{FF2B5EF4-FFF2-40B4-BE49-F238E27FC236}">
                  <a16:creationId xmlns:a16="http://schemas.microsoft.com/office/drawing/2014/main" id="{06C70419-7767-16A8-D4FC-7A66F132EA0A}"/>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89370822-CAA4-75CF-2641-7E01E207C665}"/>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48" name="Google Shape;248;p32"/>
          <p:cNvSpPr txBox="1">
            <a:spLocks noGrp="1"/>
          </p:cNvSpPr>
          <p:nvPr>
            <p:ph idx="1"/>
          </p:nvPr>
        </p:nvSpPr>
        <p:spPr>
          <a:xfrm>
            <a:off x="1873020" y="946321"/>
            <a:ext cx="9094464" cy="2918614"/>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C</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sponge is a porous material. Rubber is an elastic material</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252"/>
        <p:cNvGrpSpPr/>
        <p:nvPr/>
      </p:nvGrpSpPr>
      <p:grpSpPr>
        <a:xfrm>
          <a:off x="0" y="0"/>
          <a:ext cx="0" cy="0"/>
          <a:chOff x="0" y="0"/>
          <a:chExt cx="0" cy="0"/>
        </a:xfrm>
      </p:grpSpPr>
      <p:sp>
        <p:nvSpPr>
          <p:cNvPr id="253" name="Google Shape;253;p33"/>
          <p:cNvSpPr txBox="1">
            <a:spLocks noGrp="1"/>
          </p:cNvSpPr>
          <p:nvPr>
            <p:ph idx="1"/>
          </p:nvPr>
        </p:nvSpPr>
        <p:spPr>
          <a:xfrm>
            <a:off x="170120" y="87525"/>
            <a:ext cx="8641714" cy="5091666"/>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11.Careful is to cautious as boastful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Arrogant</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Humble</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Joyful</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Suspicious</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59B1CCB7-C801-3F31-1EC2-9DD79C2E3550}"/>
              </a:ext>
            </a:extLst>
          </p:cNvPr>
          <p:cNvGrpSpPr/>
          <p:nvPr/>
        </p:nvGrpSpPr>
        <p:grpSpPr>
          <a:xfrm>
            <a:off x="8644306" y="4083660"/>
            <a:ext cx="3575541" cy="2686815"/>
            <a:chOff x="8644306" y="4083660"/>
            <a:chExt cx="3575541" cy="2686815"/>
          </a:xfrm>
        </p:grpSpPr>
        <p:pic>
          <p:nvPicPr>
            <p:cNvPr id="3" name="Picture 2">
              <a:extLst>
                <a:ext uri="{FF2B5EF4-FFF2-40B4-BE49-F238E27FC236}">
                  <a16:creationId xmlns:a16="http://schemas.microsoft.com/office/drawing/2014/main" id="{D5DF99AE-D47A-A297-5114-AED9E52E9A05}"/>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EE8DCCFD-41B6-28E6-FA18-BCA0726D7580}"/>
                </a:ext>
              </a:extLst>
            </p:cNvPr>
            <p:cNvSpPr txBox="1"/>
            <p:nvPr/>
          </p:nvSpPr>
          <p:spPr>
            <a:xfrm>
              <a:off x="9654362" y="4083660"/>
              <a:ext cx="2565485"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A. Arrogant</a:t>
              </a:r>
            </a:p>
          </p:txBody>
        </p:sp>
        <p:sp>
          <p:nvSpPr>
            <p:cNvPr id="5" name="Speech Bubble: Oval 4">
              <a:extLst>
                <a:ext uri="{FF2B5EF4-FFF2-40B4-BE49-F238E27FC236}">
                  <a16:creationId xmlns:a16="http://schemas.microsoft.com/office/drawing/2014/main" id="{918F69DE-BD0D-8215-BE0D-22B1344B1990}"/>
                </a:ext>
              </a:extLst>
            </p:cNvPr>
            <p:cNvSpPr/>
            <p:nvPr/>
          </p:nvSpPr>
          <p:spPr>
            <a:xfrm>
              <a:off x="9613605" y="4160872"/>
              <a:ext cx="2408275" cy="965155"/>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257"/>
        <p:cNvGrpSpPr/>
        <p:nvPr/>
      </p:nvGrpSpPr>
      <p:grpSpPr>
        <a:xfrm>
          <a:off x="0" y="0"/>
          <a:ext cx="0" cy="0"/>
          <a:chOff x="0" y="0"/>
          <a:chExt cx="0" cy="0"/>
        </a:xfrm>
      </p:grpSpPr>
      <p:grpSp>
        <p:nvGrpSpPr>
          <p:cNvPr id="2" name="Group 1">
            <a:extLst>
              <a:ext uri="{FF2B5EF4-FFF2-40B4-BE49-F238E27FC236}">
                <a16:creationId xmlns:a16="http://schemas.microsoft.com/office/drawing/2014/main" id="{25F6D6BD-3937-DEA3-7B67-EA8C57EFB821}"/>
              </a:ext>
            </a:extLst>
          </p:cNvPr>
          <p:cNvGrpSpPr/>
          <p:nvPr/>
        </p:nvGrpSpPr>
        <p:grpSpPr>
          <a:xfrm>
            <a:off x="1617687" y="797442"/>
            <a:ext cx="9822946" cy="3807739"/>
            <a:chOff x="2009551" y="1605666"/>
            <a:chExt cx="7260415" cy="4565994"/>
          </a:xfrm>
          <a:noFill/>
        </p:grpSpPr>
        <p:sp>
          <p:nvSpPr>
            <p:cNvPr id="3" name="Speech Bubble: Rectangle with Corners Rounded 2">
              <a:extLst>
                <a:ext uri="{FF2B5EF4-FFF2-40B4-BE49-F238E27FC236}">
                  <a16:creationId xmlns:a16="http://schemas.microsoft.com/office/drawing/2014/main" id="{9F199CD9-4AD8-C2CF-35E0-E9D98A0239BE}"/>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B4A79221-E149-6524-E4FB-FEE61574946E}"/>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58" name="Google Shape;258;p34"/>
          <p:cNvSpPr txBox="1">
            <a:spLocks noGrp="1"/>
          </p:cNvSpPr>
          <p:nvPr>
            <p:ph idx="1"/>
          </p:nvPr>
        </p:nvSpPr>
        <p:spPr>
          <a:xfrm>
            <a:off x="1867702" y="929066"/>
            <a:ext cx="9679255" cy="3807739"/>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A</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Careful and cautious are synonyms (they mean the same thing). Boastful and arrogant are also synonyms</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30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262"/>
        <p:cNvGrpSpPr/>
        <p:nvPr/>
      </p:nvGrpSpPr>
      <p:grpSpPr>
        <a:xfrm>
          <a:off x="0" y="0"/>
          <a:ext cx="0" cy="0"/>
          <a:chOff x="0" y="0"/>
          <a:chExt cx="0" cy="0"/>
        </a:xfrm>
      </p:grpSpPr>
      <p:sp>
        <p:nvSpPr>
          <p:cNvPr id="263" name="Google Shape;263;p35"/>
          <p:cNvSpPr txBox="1">
            <a:spLocks noGrp="1"/>
          </p:cNvSpPr>
          <p:nvPr>
            <p:ph idx="1"/>
          </p:nvPr>
        </p:nvSpPr>
        <p:spPr>
          <a:xfrm>
            <a:off x="168857" y="-69112"/>
            <a:ext cx="9094950" cy="4986669"/>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12.Pen is to poet as needle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Thread</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Button</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Sewing</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Tailor</a:t>
            </a:r>
            <a:endParaRPr sz="3600" dirty="0">
              <a:latin typeface="Times New Roman" panose="02020603050405020304" pitchFamily="18" charset="0"/>
              <a:ea typeface="+mn-ea"/>
              <a:cs typeface="Times New Roman" panose="02020603050405020304" pitchFamily="18" charset="0"/>
            </a:endParaRPr>
          </a:p>
          <a:p>
            <a:pPr marL="0" indent="0">
              <a:spcBef>
                <a:spcPts val="480"/>
              </a:spcBef>
              <a:buClr>
                <a:schemeClr val="dk1"/>
              </a:buClr>
              <a:buSzPts val="3200"/>
              <a:buNone/>
            </a:pPr>
            <a:endParaRPr sz="3000" dirty="0"/>
          </a:p>
        </p:txBody>
      </p:sp>
      <p:grpSp>
        <p:nvGrpSpPr>
          <p:cNvPr id="2" name="Group 1">
            <a:extLst>
              <a:ext uri="{FF2B5EF4-FFF2-40B4-BE49-F238E27FC236}">
                <a16:creationId xmlns:a16="http://schemas.microsoft.com/office/drawing/2014/main" id="{570FCC5C-E78F-5837-0BBD-AFC71A65CD91}"/>
              </a:ext>
            </a:extLst>
          </p:cNvPr>
          <p:cNvGrpSpPr/>
          <p:nvPr/>
        </p:nvGrpSpPr>
        <p:grpSpPr>
          <a:xfrm>
            <a:off x="8644306" y="4153597"/>
            <a:ext cx="3378837" cy="2616878"/>
            <a:chOff x="8644306" y="4153597"/>
            <a:chExt cx="3378837" cy="2616878"/>
          </a:xfrm>
        </p:grpSpPr>
        <p:pic>
          <p:nvPicPr>
            <p:cNvPr id="3" name="Picture 2">
              <a:extLst>
                <a:ext uri="{FF2B5EF4-FFF2-40B4-BE49-F238E27FC236}">
                  <a16:creationId xmlns:a16="http://schemas.microsoft.com/office/drawing/2014/main" id="{8C8487E5-62C1-F52B-E724-B5F0E52E0597}"/>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559F4D0A-07C9-C0FC-34BA-C31D31009419}"/>
                </a:ext>
              </a:extLst>
            </p:cNvPr>
            <p:cNvSpPr txBox="1"/>
            <p:nvPr/>
          </p:nvSpPr>
          <p:spPr>
            <a:xfrm>
              <a:off x="9843468" y="4153597"/>
              <a:ext cx="2179675"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D. Tailor</a:t>
              </a:r>
            </a:p>
          </p:txBody>
        </p:sp>
        <p:sp>
          <p:nvSpPr>
            <p:cNvPr id="5" name="Speech Bubble: Oval 4">
              <a:extLst>
                <a:ext uri="{FF2B5EF4-FFF2-40B4-BE49-F238E27FC236}">
                  <a16:creationId xmlns:a16="http://schemas.microsoft.com/office/drawing/2014/main" id="{17399C33-4829-18F4-45B1-31321B81D1C5}"/>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Shape 267"/>
        <p:cNvGrpSpPr/>
        <p:nvPr/>
      </p:nvGrpSpPr>
      <p:grpSpPr>
        <a:xfrm>
          <a:off x="0" y="0"/>
          <a:ext cx="0" cy="0"/>
          <a:chOff x="0" y="0"/>
          <a:chExt cx="0" cy="0"/>
        </a:xfrm>
      </p:grpSpPr>
      <p:grpSp>
        <p:nvGrpSpPr>
          <p:cNvPr id="2" name="Group 1">
            <a:extLst>
              <a:ext uri="{FF2B5EF4-FFF2-40B4-BE49-F238E27FC236}">
                <a16:creationId xmlns:a16="http://schemas.microsoft.com/office/drawing/2014/main" id="{07078B46-8835-1006-8392-D89603B99EDD}"/>
              </a:ext>
            </a:extLst>
          </p:cNvPr>
          <p:cNvGrpSpPr/>
          <p:nvPr/>
        </p:nvGrpSpPr>
        <p:grpSpPr>
          <a:xfrm>
            <a:off x="1617687" y="797443"/>
            <a:ext cx="9413592" cy="3264194"/>
            <a:chOff x="2009551" y="1605666"/>
            <a:chExt cx="7260415" cy="4565994"/>
          </a:xfrm>
          <a:noFill/>
        </p:grpSpPr>
        <p:sp>
          <p:nvSpPr>
            <p:cNvPr id="3" name="Speech Bubble: Rectangle with Corners Rounded 2">
              <a:extLst>
                <a:ext uri="{FF2B5EF4-FFF2-40B4-BE49-F238E27FC236}">
                  <a16:creationId xmlns:a16="http://schemas.microsoft.com/office/drawing/2014/main" id="{D4A083BC-8FE0-A9FB-3392-16F42994BAC6}"/>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6ED5E2BC-866E-5458-B7C7-CC247E19E241}"/>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68" name="Google Shape;268;p36"/>
          <p:cNvSpPr txBox="1">
            <a:spLocks noGrp="1"/>
          </p:cNvSpPr>
          <p:nvPr>
            <p:ph idx="1"/>
          </p:nvPr>
        </p:nvSpPr>
        <p:spPr>
          <a:xfrm>
            <a:off x="1904918" y="915382"/>
            <a:ext cx="9282071" cy="3220683"/>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D</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pen is a tool used by a poet. A needle is a tool used by a tailor.</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4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Shape 272"/>
        <p:cNvGrpSpPr/>
        <p:nvPr/>
      </p:nvGrpSpPr>
      <p:grpSpPr>
        <a:xfrm>
          <a:off x="0" y="0"/>
          <a:ext cx="0" cy="0"/>
          <a:chOff x="0" y="0"/>
          <a:chExt cx="0" cy="0"/>
        </a:xfrm>
      </p:grpSpPr>
      <p:sp>
        <p:nvSpPr>
          <p:cNvPr id="273" name="Google Shape;273;p37"/>
          <p:cNvSpPr txBox="1">
            <a:spLocks noGrp="1"/>
          </p:cNvSpPr>
          <p:nvPr>
            <p:ph idx="1"/>
          </p:nvPr>
        </p:nvSpPr>
        <p:spPr>
          <a:xfrm>
            <a:off x="186070" y="87525"/>
            <a:ext cx="8881508" cy="5542414"/>
          </a:xfrm>
          <a:prstGeom prst="rect">
            <a:avLst/>
          </a:prstGeom>
          <a:noFill/>
          <a:ln>
            <a:noFill/>
          </a:ln>
        </p:spPr>
        <p:txBody>
          <a:bodyPr spcFirstLastPara="1" vert="horz" wrap="square" lIns="68569" tIns="34275" rIns="68569" bIns="34275" rtlCol="0" anchor="t" anchorCtr="0">
            <a:normAutofit/>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13.Secretly is to openly as silently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Scarcely</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Impolitely</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Noisily</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quietly</a:t>
            </a:r>
            <a:endParaRPr sz="36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245D50EF-B37B-1C84-9890-1F35241F8D23}"/>
              </a:ext>
            </a:extLst>
          </p:cNvPr>
          <p:cNvGrpSpPr/>
          <p:nvPr/>
        </p:nvGrpSpPr>
        <p:grpSpPr>
          <a:xfrm>
            <a:off x="8644306" y="4093157"/>
            <a:ext cx="3267196" cy="2677318"/>
            <a:chOff x="8644306" y="4093157"/>
            <a:chExt cx="3267196" cy="2677318"/>
          </a:xfrm>
        </p:grpSpPr>
        <p:pic>
          <p:nvPicPr>
            <p:cNvPr id="3" name="Picture 2">
              <a:extLst>
                <a:ext uri="{FF2B5EF4-FFF2-40B4-BE49-F238E27FC236}">
                  <a16:creationId xmlns:a16="http://schemas.microsoft.com/office/drawing/2014/main" id="{5C0D8870-082A-F9C8-78CB-6A652D9B2C14}"/>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FA707DDE-855D-1BF3-16F9-EC4F542572AD}"/>
                </a:ext>
              </a:extLst>
            </p:cNvPr>
            <p:cNvSpPr txBox="1"/>
            <p:nvPr/>
          </p:nvSpPr>
          <p:spPr>
            <a:xfrm>
              <a:off x="9731827" y="4093157"/>
              <a:ext cx="2179675"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C. Noisily</a:t>
              </a:r>
            </a:p>
          </p:txBody>
        </p:sp>
        <p:sp>
          <p:nvSpPr>
            <p:cNvPr id="5" name="Speech Bubble: Oval 4">
              <a:extLst>
                <a:ext uri="{FF2B5EF4-FFF2-40B4-BE49-F238E27FC236}">
                  <a16:creationId xmlns:a16="http://schemas.microsoft.com/office/drawing/2014/main" id="{AFE7ACC0-6678-2980-71FB-161C84249E0C}"/>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Shape 277"/>
        <p:cNvGrpSpPr/>
        <p:nvPr/>
      </p:nvGrpSpPr>
      <p:grpSpPr>
        <a:xfrm>
          <a:off x="0" y="0"/>
          <a:ext cx="0" cy="0"/>
          <a:chOff x="0" y="0"/>
          <a:chExt cx="0" cy="0"/>
        </a:xfrm>
      </p:grpSpPr>
      <p:grpSp>
        <p:nvGrpSpPr>
          <p:cNvPr id="2" name="Group 1">
            <a:extLst>
              <a:ext uri="{FF2B5EF4-FFF2-40B4-BE49-F238E27FC236}">
                <a16:creationId xmlns:a16="http://schemas.microsoft.com/office/drawing/2014/main" id="{74C23850-C6C0-9408-25A5-DC23703D150C}"/>
              </a:ext>
            </a:extLst>
          </p:cNvPr>
          <p:cNvGrpSpPr/>
          <p:nvPr/>
        </p:nvGrpSpPr>
        <p:grpSpPr>
          <a:xfrm>
            <a:off x="1617687" y="797442"/>
            <a:ext cx="9569302" cy="3205715"/>
            <a:chOff x="2009551" y="1605666"/>
            <a:chExt cx="7260415" cy="4565994"/>
          </a:xfrm>
          <a:noFill/>
        </p:grpSpPr>
        <p:sp>
          <p:nvSpPr>
            <p:cNvPr id="3" name="Speech Bubble: Rectangle with Corners Rounded 2">
              <a:extLst>
                <a:ext uri="{FF2B5EF4-FFF2-40B4-BE49-F238E27FC236}">
                  <a16:creationId xmlns:a16="http://schemas.microsoft.com/office/drawing/2014/main" id="{EF2B4C2C-C053-E1A8-A073-B2D88338B2FE}"/>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FC417814-8773-7FB7-9B49-9D96D7A2B48F}"/>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78" name="Google Shape;278;p38"/>
          <p:cNvSpPr txBox="1">
            <a:spLocks noGrp="1"/>
          </p:cNvSpPr>
          <p:nvPr>
            <p:ph idx="1"/>
          </p:nvPr>
        </p:nvSpPr>
        <p:spPr>
          <a:xfrm>
            <a:off x="1819855" y="905446"/>
            <a:ext cx="9115731" cy="3097712"/>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C</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Secretly is the opposite of openly, and silently is the opposite of noisily.</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83;p39"/>
          <p:cNvSpPr txBox="1">
            <a:spLocks noGrp="1"/>
          </p:cNvSpPr>
          <p:nvPr>
            <p:ph idx="1"/>
          </p:nvPr>
        </p:nvSpPr>
        <p:spPr>
          <a:xfrm>
            <a:off x="138223" y="87525"/>
            <a:ext cx="8817151" cy="5122428"/>
          </a:xfrm>
          <a:prstGeom prst="rect">
            <a:avLst/>
          </a:prstGeom>
          <a:noFill/>
          <a:ln>
            <a:noFill/>
          </a:ln>
        </p:spPr>
        <p:txBody>
          <a:bodyPr spcFirstLastPara="1" vert="horz" wrap="square" lIns="68569" tIns="34275" rIns="68569" bIns="34275" rtlCol="0" anchor="t" anchorCtr="0">
            <a:normAutofit fontScale="92500"/>
          </a:bodyPr>
          <a:lstStyle/>
          <a:p>
            <a:pPr marL="0" indent="0">
              <a:lnSpc>
                <a:spcPct val="160000"/>
              </a:lnSpc>
              <a:spcBef>
                <a:spcPts val="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14.Embarrassed is to humiliated as frightened is to</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A. Terrified</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B. Agitated</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C. Courageous</a:t>
            </a:r>
            <a:endParaRPr sz="36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600" dirty="0">
                <a:latin typeface="Times New Roman" panose="02020603050405020304" pitchFamily="18" charset="0"/>
                <a:ea typeface="+mn-ea"/>
                <a:cs typeface="Times New Roman" panose="02020603050405020304" pitchFamily="18" charset="0"/>
              </a:rPr>
              <a:t>D. Reckless</a:t>
            </a:r>
            <a:endParaRPr sz="3600" dirty="0">
              <a:latin typeface="Times New Roman" panose="02020603050405020304" pitchFamily="18" charset="0"/>
              <a:ea typeface="+mn-ea"/>
              <a:cs typeface="Times New Roman" panose="02020603050405020304" pitchFamily="18" charset="0"/>
            </a:endParaRPr>
          </a:p>
        </p:txBody>
      </p:sp>
      <p:grpSp>
        <p:nvGrpSpPr>
          <p:cNvPr id="5" name="Group 4">
            <a:extLst>
              <a:ext uri="{FF2B5EF4-FFF2-40B4-BE49-F238E27FC236}">
                <a16:creationId xmlns:a16="http://schemas.microsoft.com/office/drawing/2014/main" id="{3A45610D-2F2E-C0A5-71CA-B22D18BA4E92}"/>
              </a:ext>
            </a:extLst>
          </p:cNvPr>
          <p:cNvGrpSpPr/>
          <p:nvPr/>
        </p:nvGrpSpPr>
        <p:grpSpPr>
          <a:xfrm>
            <a:off x="8644306" y="3962730"/>
            <a:ext cx="3380282" cy="2807745"/>
            <a:chOff x="8644306" y="3962730"/>
            <a:chExt cx="3380282" cy="2807745"/>
          </a:xfrm>
        </p:grpSpPr>
        <p:pic>
          <p:nvPicPr>
            <p:cNvPr id="6" name="Picture 5">
              <a:extLst>
                <a:ext uri="{FF2B5EF4-FFF2-40B4-BE49-F238E27FC236}">
                  <a16:creationId xmlns:a16="http://schemas.microsoft.com/office/drawing/2014/main" id="{3CAC91F5-78F0-E056-B6CD-A83B06AEC136}"/>
                </a:ext>
              </a:extLst>
            </p:cNvPr>
            <p:cNvPicPr>
              <a:picLocks noChangeAspect="1"/>
            </p:cNvPicPr>
            <p:nvPr/>
          </p:nvPicPr>
          <p:blipFill>
            <a:blip r:embed="rId2"/>
            <a:stretch>
              <a:fillRect/>
            </a:stretch>
          </p:blipFill>
          <p:spPr>
            <a:xfrm>
              <a:off x="8644306" y="4958458"/>
              <a:ext cx="1812017" cy="1812017"/>
            </a:xfrm>
            <a:prstGeom prst="rect">
              <a:avLst/>
            </a:prstGeom>
          </p:spPr>
        </p:pic>
        <p:sp>
          <p:nvSpPr>
            <p:cNvPr id="7" name="TextBox 6">
              <a:extLst>
                <a:ext uri="{FF2B5EF4-FFF2-40B4-BE49-F238E27FC236}">
                  <a16:creationId xmlns:a16="http://schemas.microsoft.com/office/drawing/2014/main" id="{83C5B8D8-949D-C8E5-9134-4315D39423E6}"/>
                </a:ext>
              </a:extLst>
            </p:cNvPr>
            <p:cNvSpPr txBox="1"/>
            <p:nvPr/>
          </p:nvSpPr>
          <p:spPr>
            <a:xfrm>
              <a:off x="9653691" y="3962730"/>
              <a:ext cx="2347517"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A. Terrified</a:t>
              </a:r>
            </a:p>
          </p:txBody>
        </p:sp>
        <p:sp>
          <p:nvSpPr>
            <p:cNvPr id="8" name="Speech Bubble: Oval 4">
              <a:extLst>
                <a:ext uri="{FF2B5EF4-FFF2-40B4-BE49-F238E27FC236}">
                  <a16:creationId xmlns:a16="http://schemas.microsoft.com/office/drawing/2014/main" id="{8184DBE5-6286-E396-57EF-D41F82D6E0AD}"/>
                </a:ext>
              </a:extLst>
            </p:cNvPr>
            <p:cNvSpPr/>
            <p:nvPr/>
          </p:nvSpPr>
          <p:spPr>
            <a:xfrm>
              <a:off x="9677071" y="4004605"/>
              <a:ext cx="2347517" cy="1076782"/>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9145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287"/>
        <p:cNvGrpSpPr/>
        <p:nvPr/>
      </p:nvGrpSpPr>
      <p:grpSpPr>
        <a:xfrm>
          <a:off x="0" y="0"/>
          <a:ext cx="0" cy="0"/>
          <a:chOff x="0" y="0"/>
          <a:chExt cx="0" cy="0"/>
        </a:xfrm>
      </p:grpSpPr>
      <p:grpSp>
        <p:nvGrpSpPr>
          <p:cNvPr id="2" name="Group 1">
            <a:extLst>
              <a:ext uri="{FF2B5EF4-FFF2-40B4-BE49-F238E27FC236}">
                <a16:creationId xmlns:a16="http://schemas.microsoft.com/office/drawing/2014/main" id="{86F34351-370B-523A-3587-8A00BE9D4900}"/>
              </a:ext>
            </a:extLst>
          </p:cNvPr>
          <p:cNvGrpSpPr/>
          <p:nvPr/>
        </p:nvGrpSpPr>
        <p:grpSpPr>
          <a:xfrm>
            <a:off x="1617687" y="797443"/>
            <a:ext cx="9569302" cy="3721394"/>
            <a:chOff x="2009551" y="1605666"/>
            <a:chExt cx="7260415" cy="4565994"/>
          </a:xfrm>
          <a:noFill/>
        </p:grpSpPr>
        <p:sp>
          <p:nvSpPr>
            <p:cNvPr id="3" name="Speech Bubble: Rectangle with Corners Rounded 2">
              <a:extLst>
                <a:ext uri="{FF2B5EF4-FFF2-40B4-BE49-F238E27FC236}">
                  <a16:creationId xmlns:a16="http://schemas.microsoft.com/office/drawing/2014/main" id="{39CDCF5F-5975-AF4B-D824-13DFE790F526}"/>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4071F26A-E772-32D4-3A1D-871100B8ACD7}"/>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88" name="Google Shape;288;p40"/>
          <p:cNvSpPr txBox="1">
            <a:spLocks noGrp="1"/>
          </p:cNvSpPr>
          <p:nvPr>
            <p:ph idx="1"/>
          </p:nvPr>
        </p:nvSpPr>
        <p:spPr>
          <a:xfrm>
            <a:off x="1894285" y="933335"/>
            <a:ext cx="9131678" cy="4067955"/>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A</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If someone has been humiliated, they have been greatly embarrassed. If someone is terrified, they are extremely frightened</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4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Shape 292"/>
        <p:cNvGrpSpPr/>
        <p:nvPr/>
      </p:nvGrpSpPr>
      <p:grpSpPr>
        <a:xfrm>
          <a:off x="0" y="0"/>
          <a:ext cx="0" cy="0"/>
          <a:chOff x="0" y="0"/>
          <a:chExt cx="0" cy="0"/>
        </a:xfrm>
      </p:grpSpPr>
      <p:sp>
        <p:nvSpPr>
          <p:cNvPr id="293" name="Google Shape;293;p41"/>
          <p:cNvSpPr txBox="1">
            <a:spLocks noGrp="1"/>
          </p:cNvSpPr>
          <p:nvPr>
            <p:ph idx="1"/>
          </p:nvPr>
        </p:nvSpPr>
        <p:spPr>
          <a:xfrm>
            <a:off x="179740" y="82266"/>
            <a:ext cx="7220520" cy="4670487"/>
          </a:xfrm>
          <a:prstGeom prst="rect">
            <a:avLst/>
          </a:prstGeom>
          <a:noFill/>
          <a:ln>
            <a:noFill/>
          </a:ln>
        </p:spPr>
        <p:txBody>
          <a:bodyPr spcFirstLastPara="1" vert="horz" wrap="square" lIns="68569" tIns="34275" rIns="68569" bIns="34275" rtlCol="0" anchor="t" anchorCtr="0">
            <a:noAutofit/>
          </a:bodyPr>
          <a:lstStyle/>
          <a:p>
            <a:pPr marL="0" indent="0">
              <a:lnSpc>
                <a:spcPct val="160000"/>
              </a:lnSpc>
              <a:spcBef>
                <a:spcPts val="0"/>
              </a:spcBef>
              <a:buClr>
                <a:schemeClr val="dk1"/>
              </a:buClr>
              <a:buSzPts val="3200"/>
              <a:buNone/>
            </a:pPr>
            <a:r>
              <a:rPr lang="en-US" sz="3300" dirty="0">
                <a:latin typeface="Times New Roman" panose="02020603050405020304" pitchFamily="18" charset="0"/>
                <a:ea typeface="+mn-ea"/>
                <a:cs typeface="Times New Roman" panose="02020603050405020304" pitchFamily="18" charset="0"/>
              </a:rPr>
              <a:t>15.Pride is to lion as shoal is to</a:t>
            </a:r>
            <a:endParaRPr sz="33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300" dirty="0">
                <a:latin typeface="Times New Roman" panose="02020603050405020304" pitchFamily="18" charset="0"/>
                <a:ea typeface="+mn-ea"/>
                <a:cs typeface="Times New Roman" panose="02020603050405020304" pitchFamily="18" charset="0"/>
              </a:rPr>
              <a:t>A. Teacher</a:t>
            </a:r>
            <a:endParaRPr sz="33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300" dirty="0">
                <a:latin typeface="Times New Roman" panose="02020603050405020304" pitchFamily="18" charset="0"/>
                <a:ea typeface="+mn-ea"/>
                <a:cs typeface="Times New Roman" panose="02020603050405020304" pitchFamily="18" charset="0"/>
              </a:rPr>
              <a:t>B. Student</a:t>
            </a:r>
            <a:endParaRPr sz="33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300" dirty="0">
                <a:latin typeface="Times New Roman" panose="02020603050405020304" pitchFamily="18" charset="0"/>
                <a:ea typeface="+mn-ea"/>
                <a:cs typeface="Times New Roman" panose="02020603050405020304" pitchFamily="18" charset="0"/>
              </a:rPr>
              <a:t>C. Self Respect</a:t>
            </a:r>
            <a:endParaRPr sz="3300" dirty="0">
              <a:latin typeface="Times New Roman" panose="02020603050405020304" pitchFamily="18" charset="0"/>
              <a:ea typeface="+mn-ea"/>
              <a:cs typeface="Times New Roman" panose="02020603050405020304" pitchFamily="18" charset="0"/>
            </a:endParaRPr>
          </a:p>
          <a:p>
            <a:pPr marL="0" indent="0">
              <a:lnSpc>
                <a:spcPct val="160000"/>
              </a:lnSpc>
              <a:spcBef>
                <a:spcPts val="480"/>
              </a:spcBef>
              <a:buClr>
                <a:schemeClr val="dk1"/>
              </a:buClr>
              <a:buSzPts val="3200"/>
              <a:buNone/>
            </a:pPr>
            <a:r>
              <a:rPr lang="en-US" sz="3300" dirty="0">
                <a:latin typeface="Times New Roman" panose="02020603050405020304" pitchFamily="18" charset="0"/>
                <a:ea typeface="+mn-ea"/>
                <a:cs typeface="Times New Roman" panose="02020603050405020304" pitchFamily="18" charset="0"/>
              </a:rPr>
              <a:t>D. Fish</a:t>
            </a:r>
            <a:endParaRPr sz="3300" dirty="0">
              <a:latin typeface="Times New Roman" panose="02020603050405020304" pitchFamily="18" charset="0"/>
              <a:ea typeface="+mn-ea"/>
              <a:cs typeface="Times New Roman" panose="02020603050405020304" pitchFamily="18" charset="0"/>
            </a:endParaRPr>
          </a:p>
        </p:txBody>
      </p:sp>
      <p:grpSp>
        <p:nvGrpSpPr>
          <p:cNvPr id="2" name="Group 1">
            <a:extLst>
              <a:ext uri="{FF2B5EF4-FFF2-40B4-BE49-F238E27FC236}">
                <a16:creationId xmlns:a16="http://schemas.microsoft.com/office/drawing/2014/main" id="{E6E838BE-5BA1-F20D-C798-D5026A26713A}"/>
              </a:ext>
            </a:extLst>
          </p:cNvPr>
          <p:cNvGrpSpPr/>
          <p:nvPr/>
        </p:nvGrpSpPr>
        <p:grpSpPr>
          <a:xfrm>
            <a:off x="8644306" y="4093157"/>
            <a:ext cx="3453267" cy="2677318"/>
            <a:chOff x="8644306" y="4093157"/>
            <a:chExt cx="3453267" cy="2677318"/>
          </a:xfrm>
        </p:grpSpPr>
        <p:pic>
          <p:nvPicPr>
            <p:cNvPr id="3" name="Picture 2">
              <a:extLst>
                <a:ext uri="{FF2B5EF4-FFF2-40B4-BE49-F238E27FC236}">
                  <a16:creationId xmlns:a16="http://schemas.microsoft.com/office/drawing/2014/main" id="{BDD49B6D-212A-3C15-B990-CC6EB9175995}"/>
                </a:ext>
              </a:extLst>
            </p:cNvPr>
            <p:cNvPicPr>
              <a:picLocks noChangeAspect="1"/>
            </p:cNvPicPr>
            <p:nvPr/>
          </p:nvPicPr>
          <p:blipFill>
            <a:blip r:embed="rId3"/>
            <a:stretch>
              <a:fillRect/>
            </a:stretch>
          </p:blipFill>
          <p:spPr>
            <a:xfrm>
              <a:off x="8644306" y="4958458"/>
              <a:ext cx="1812017" cy="1812017"/>
            </a:xfrm>
            <a:prstGeom prst="rect">
              <a:avLst/>
            </a:prstGeom>
          </p:spPr>
        </p:pic>
        <p:sp>
          <p:nvSpPr>
            <p:cNvPr id="4" name="TextBox 3">
              <a:extLst>
                <a:ext uri="{FF2B5EF4-FFF2-40B4-BE49-F238E27FC236}">
                  <a16:creationId xmlns:a16="http://schemas.microsoft.com/office/drawing/2014/main" id="{310FA3DE-7F02-B17A-62EF-E6A4F459C73A}"/>
                </a:ext>
              </a:extLst>
            </p:cNvPr>
            <p:cNvSpPr txBox="1"/>
            <p:nvPr/>
          </p:nvSpPr>
          <p:spPr>
            <a:xfrm>
              <a:off x="9917898" y="4093157"/>
              <a:ext cx="2179675" cy="865301"/>
            </a:xfrm>
            <a:prstGeom prst="rect">
              <a:avLst/>
            </a:prstGeom>
            <a:noFill/>
          </p:spPr>
          <p:txBody>
            <a:bodyPr wrap="square" rtlCol="0">
              <a:spAutoFit/>
            </a:bodyPr>
            <a:lstStyle/>
            <a:p>
              <a:pPr marL="0" indent="0">
                <a:lnSpc>
                  <a:spcPct val="160000"/>
                </a:lnSpc>
                <a:spcBef>
                  <a:spcPts val="480"/>
                </a:spcBef>
                <a:buClr>
                  <a:schemeClr val="dk1"/>
                </a:buClr>
                <a:buSzPts val="3200"/>
                <a:buNone/>
              </a:pPr>
              <a:r>
                <a:rPr lang="en-US" sz="3600" dirty="0">
                  <a:solidFill>
                    <a:srgbClr val="00B0F0"/>
                  </a:solidFill>
                  <a:latin typeface="Times New Roman" panose="02020603050405020304" pitchFamily="18" charset="0"/>
                  <a:ea typeface="+mn-ea"/>
                  <a:cs typeface="Times New Roman" panose="02020603050405020304" pitchFamily="18" charset="0"/>
                </a:rPr>
                <a:t>D. Fish</a:t>
              </a:r>
            </a:p>
          </p:txBody>
        </p:sp>
        <p:sp>
          <p:nvSpPr>
            <p:cNvPr id="5" name="Speech Bubble: Oval 4">
              <a:extLst>
                <a:ext uri="{FF2B5EF4-FFF2-40B4-BE49-F238E27FC236}">
                  <a16:creationId xmlns:a16="http://schemas.microsoft.com/office/drawing/2014/main" id="{51E2AD37-8F80-45B3-1F11-C717889F61C0}"/>
                </a:ext>
              </a:extLst>
            </p:cNvPr>
            <p:cNvSpPr/>
            <p:nvPr/>
          </p:nvSpPr>
          <p:spPr>
            <a:xfrm>
              <a:off x="9654362" y="4214036"/>
              <a:ext cx="2179675" cy="914400"/>
            </a:xfrm>
            <a:prstGeom prst="wedgeEllipseCallout">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Shape 297"/>
        <p:cNvGrpSpPr/>
        <p:nvPr/>
      </p:nvGrpSpPr>
      <p:grpSpPr>
        <a:xfrm>
          <a:off x="0" y="0"/>
          <a:ext cx="0" cy="0"/>
          <a:chOff x="0" y="0"/>
          <a:chExt cx="0" cy="0"/>
        </a:xfrm>
      </p:grpSpPr>
      <p:grpSp>
        <p:nvGrpSpPr>
          <p:cNvPr id="2" name="Group 1">
            <a:extLst>
              <a:ext uri="{FF2B5EF4-FFF2-40B4-BE49-F238E27FC236}">
                <a16:creationId xmlns:a16="http://schemas.microsoft.com/office/drawing/2014/main" id="{1FCA203D-8430-43C0-956A-C7E545D95981}"/>
              </a:ext>
            </a:extLst>
          </p:cNvPr>
          <p:cNvGrpSpPr/>
          <p:nvPr/>
        </p:nvGrpSpPr>
        <p:grpSpPr>
          <a:xfrm>
            <a:off x="1617687" y="797443"/>
            <a:ext cx="9569302" cy="3179134"/>
            <a:chOff x="2009551" y="1605666"/>
            <a:chExt cx="7260415" cy="4565994"/>
          </a:xfrm>
          <a:noFill/>
        </p:grpSpPr>
        <p:sp>
          <p:nvSpPr>
            <p:cNvPr id="3" name="Speech Bubble: Rectangle with Corners Rounded 2">
              <a:extLst>
                <a:ext uri="{FF2B5EF4-FFF2-40B4-BE49-F238E27FC236}">
                  <a16:creationId xmlns:a16="http://schemas.microsoft.com/office/drawing/2014/main" id="{17E133E9-3D5C-E3C2-6791-EA2F841D2C09}"/>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18E015BD-5CA6-3C48-03B4-1DAB5EECFA50}"/>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298" name="Google Shape;298;p42"/>
          <p:cNvSpPr txBox="1">
            <a:spLocks noGrp="1"/>
          </p:cNvSpPr>
          <p:nvPr>
            <p:ph idx="1"/>
          </p:nvPr>
        </p:nvSpPr>
        <p:spPr>
          <a:xfrm>
            <a:off x="1888969" y="920177"/>
            <a:ext cx="9142310" cy="3726252"/>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D</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A group of lions is called a pride. A group of fish swim in a shoal</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Shape 302"/>
        <p:cNvGrpSpPr/>
        <p:nvPr/>
      </p:nvGrpSpPr>
      <p:grpSpPr>
        <a:xfrm>
          <a:off x="0" y="0"/>
          <a:ext cx="0" cy="0"/>
          <a:chOff x="0" y="0"/>
          <a:chExt cx="0" cy="0"/>
        </a:xfrm>
      </p:grpSpPr>
      <p:pic>
        <p:nvPicPr>
          <p:cNvPr id="304" name="Google Shape;304;p43" descr="C:\Users\DKF\Desktop\5-207-q-1.png"/>
          <p:cNvPicPr preferRelativeResize="0"/>
          <p:nvPr/>
        </p:nvPicPr>
        <p:blipFill rotWithShape="1">
          <a:blip r:embed="rId3">
            <a:alphaModFix/>
          </a:blip>
          <a:srcRect l="1252" r="36017" b="34312"/>
          <a:stretch/>
        </p:blipFill>
        <p:spPr>
          <a:xfrm>
            <a:off x="930348" y="901699"/>
            <a:ext cx="3359889" cy="2367813"/>
          </a:xfrm>
          <a:prstGeom prst="roundRect">
            <a:avLst>
              <a:gd name="adj" fmla="val 6788"/>
            </a:avLst>
          </a:prstGeom>
          <a:noFill/>
          <a:ln>
            <a:noFill/>
          </a:ln>
        </p:spPr>
      </p:pic>
      <p:sp>
        <p:nvSpPr>
          <p:cNvPr id="2" name="TextBox 1">
            <a:extLst>
              <a:ext uri="{FF2B5EF4-FFF2-40B4-BE49-F238E27FC236}">
                <a16:creationId xmlns:a16="http://schemas.microsoft.com/office/drawing/2014/main" id="{1A36D4A5-5DC9-28FB-0162-50E65121B695}"/>
              </a:ext>
            </a:extLst>
          </p:cNvPr>
          <p:cNvSpPr txBox="1"/>
          <p:nvPr/>
        </p:nvSpPr>
        <p:spPr>
          <a:xfrm>
            <a:off x="202018" y="228600"/>
            <a:ext cx="8952614" cy="600164"/>
          </a:xfrm>
          <a:prstGeom prst="rect">
            <a:avLst/>
          </a:prstGeom>
          <a:noFill/>
        </p:spPr>
        <p:txBody>
          <a:bodyPr wrap="square" rtlCol="0">
            <a:spAutoFit/>
          </a:bodyPr>
          <a:lstStyle/>
          <a:p>
            <a:r>
              <a:rPr lang="en-US" sz="3300" dirty="0">
                <a:latin typeface="Times New Roman" panose="02020603050405020304" pitchFamily="18" charset="0"/>
                <a:cs typeface="Times New Roman" panose="02020603050405020304" pitchFamily="18" charset="0"/>
              </a:rPr>
              <a:t>16. What should come in place of Question Mark?</a:t>
            </a:r>
          </a:p>
        </p:txBody>
      </p:sp>
      <p:pic>
        <p:nvPicPr>
          <p:cNvPr id="3" name="Google Shape;304;p43" descr="C:\Users\DKF\Desktop\5-207-q-1.png">
            <a:extLst>
              <a:ext uri="{FF2B5EF4-FFF2-40B4-BE49-F238E27FC236}">
                <a16:creationId xmlns:a16="http://schemas.microsoft.com/office/drawing/2014/main" id="{52BFD563-F350-B24C-0EC8-E9E3AA5FBBA1}"/>
              </a:ext>
            </a:extLst>
          </p:cNvPr>
          <p:cNvPicPr preferRelativeResize="0"/>
          <p:nvPr/>
        </p:nvPicPr>
        <p:blipFill rotWithShape="1">
          <a:blip r:embed="rId3">
            <a:alphaModFix/>
          </a:blip>
          <a:srcRect t="65449" r="75766"/>
          <a:stretch/>
        </p:blipFill>
        <p:spPr>
          <a:xfrm>
            <a:off x="930348" y="3753292"/>
            <a:ext cx="1679945" cy="12762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Google Shape;304;p43" descr="C:\Users\DKF\Desktop\5-207-q-1.png">
            <a:extLst>
              <a:ext uri="{FF2B5EF4-FFF2-40B4-BE49-F238E27FC236}">
                <a16:creationId xmlns:a16="http://schemas.microsoft.com/office/drawing/2014/main" id="{6EFE9254-FE11-872E-D4C6-6B3E36C2F3E9}"/>
              </a:ext>
            </a:extLst>
          </p:cNvPr>
          <p:cNvPicPr preferRelativeResize="0"/>
          <p:nvPr/>
        </p:nvPicPr>
        <p:blipFill rotWithShape="1">
          <a:blip r:embed="rId3">
            <a:alphaModFix/>
          </a:blip>
          <a:srcRect l="30164" t="65449" r="52811"/>
          <a:stretch/>
        </p:blipFill>
        <p:spPr>
          <a:xfrm>
            <a:off x="3090998" y="3753290"/>
            <a:ext cx="1483242" cy="127620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Google Shape;304;p43" descr="C:\Users\DKF\Desktop\5-207-q-1.png">
            <a:extLst>
              <a:ext uri="{FF2B5EF4-FFF2-40B4-BE49-F238E27FC236}">
                <a16:creationId xmlns:a16="http://schemas.microsoft.com/office/drawing/2014/main" id="{A1E3EEFE-76D4-CB8B-35EC-D40CEB9C3E92}"/>
              </a:ext>
            </a:extLst>
          </p:cNvPr>
          <p:cNvPicPr preferRelativeResize="0"/>
          <p:nvPr/>
        </p:nvPicPr>
        <p:blipFill rotWithShape="1">
          <a:blip r:embed="rId3">
            <a:alphaModFix/>
          </a:blip>
          <a:srcRect l="57951" t="65449" r="22110"/>
          <a:stretch/>
        </p:blipFill>
        <p:spPr>
          <a:xfrm>
            <a:off x="4991986" y="3753292"/>
            <a:ext cx="1541721" cy="12762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Google Shape;304;p43" descr="C:\Users\DKF\Desktop\5-207-q-1.png">
            <a:extLst>
              <a:ext uri="{FF2B5EF4-FFF2-40B4-BE49-F238E27FC236}">
                <a16:creationId xmlns:a16="http://schemas.microsoft.com/office/drawing/2014/main" id="{98085C2D-765D-E034-30C8-E89B576B23E1}"/>
              </a:ext>
            </a:extLst>
          </p:cNvPr>
          <p:cNvPicPr preferRelativeResize="0"/>
          <p:nvPr/>
        </p:nvPicPr>
        <p:blipFill rotWithShape="1">
          <a:blip r:embed="rId3">
            <a:alphaModFix/>
          </a:blip>
          <a:srcRect l="79219" t="65449"/>
          <a:stretch/>
        </p:blipFill>
        <p:spPr>
          <a:xfrm>
            <a:off x="6953693" y="3753290"/>
            <a:ext cx="1440592" cy="12762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8" name="Picture 7">
            <a:extLst>
              <a:ext uri="{FF2B5EF4-FFF2-40B4-BE49-F238E27FC236}">
                <a16:creationId xmlns:a16="http://schemas.microsoft.com/office/drawing/2014/main" id="{681D4B35-546E-5054-B3ED-0B3FC0E0B440}"/>
              </a:ext>
            </a:extLst>
          </p:cNvPr>
          <p:cNvPicPr>
            <a:picLocks noChangeAspect="1"/>
          </p:cNvPicPr>
          <p:nvPr/>
        </p:nvPicPr>
        <p:blipFill>
          <a:blip r:embed="rId4"/>
          <a:stretch>
            <a:fillRect/>
          </a:stretch>
        </p:blipFill>
        <p:spPr>
          <a:xfrm>
            <a:off x="-212235" y="5029493"/>
            <a:ext cx="1812017" cy="1812017"/>
          </a:xfrm>
          <a:prstGeom prst="rect">
            <a:avLst/>
          </a:prstGeom>
        </p:spPr>
      </p:pic>
      <p:sp>
        <p:nvSpPr>
          <p:cNvPr id="11" name="Speech Bubble: Rectangle with Corners Rounded 10">
            <a:extLst>
              <a:ext uri="{FF2B5EF4-FFF2-40B4-BE49-F238E27FC236}">
                <a16:creationId xmlns:a16="http://schemas.microsoft.com/office/drawing/2014/main" id="{850612B6-8650-8557-73B2-C03164748D6B}"/>
              </a:ext>
            </a:extLst>
          </p:cNvPr>
          <p:cNvSpPr/>
          <p:nvPr/>
        </p:nvSpPr>
        <p:spPr>
          <a:xfrm flipH="1">
            <a:off x="817909" y="3652283"/>
            <a:ext cx="1941240" cy="1547037"/>
          </a:xfrm>
          <a:prstGeom prst="wedgeRoundRectCallout">
            <a:avLst>
              <a:gd name="adj1" fmla="val -293"/>
              <a:gd name="adj2" fmla="val 70404"/>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Shape 308"/>
        <p:cNvGrpSpPr/>
        <p:nvPr/>
      </p:nvGrpSpPr>
      <p:grpSpPr>
        <a:xfrm>
          <a:off x="0" y="0"/>
          <a:ext cx="0" cy="0"/>
          <a:chOff x="0" y="0"/>
          <a:chExt cx="0" cy="0"/>
        </a:xfrm>
      </p:grpSpPr>
      <p:grpSp>
        <p:nvGrpSpPr>
          <p:cNvPr id="2" name="Group 1">
            <a:extLst>
              <a:ext uri="{FF2B5EF4-FFF2-40B4-BE49-F238E27FC236}">
                <a16:creationId xmlns:a16="http://schemas.microsoft.com/office/drawing/2014/main" id="{49004B0C-6503-A462-F8DE-0325ED3D4299}"/>
              </a:ext>
            </a:extLst>
          </p:cNvPr>
          <p:cNvGrpSpPr/>
          <p:nvPr/>
        </p:nvGrpSpPr>
        <p:grpSpPr>
          <a:xfrm>
            <a:off x="1617687" y="797442"/>
            <a:ext cx="9569302" cy="3700130"/>
            <a:chOff x="2009551" y="1605666"/>
            <a:chExt cx="7260415" cy="4565994"/>
          </a:xfrm>
          <a:noFill/>
        </p:grpSpPr>
        <p:sp>
          <p:nvSpPr>
            <p:cNvPr id="3" name="Speech Bubble: Rectangle with Corners Rounded 2">
              <a:extLst>
                <a:ext uri="{FF2B5EF4-FFF2-40B4-BE49-F238E27FC236}">
                  <a16:creationId xmlns:a16="http://schemas.microsoft.com/office/drawing/2014/main" id="{1B7A808F-B99C-274C-744E-2835CCB043E7}"/>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497974A7-9F1F-B5CA-0C68-3A7D7EBBC37C}"/>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309" name="Google Shape;309;p44"/>
          <p:cNvSpPr txBox="1">
            <a:spLocks noGrp="1"/>
          </p:cNvSpPr>
          <p:nvPr>
            <p:ph idx="1"/>
          </p:nvPr>
        </p:nvSpPr>
        <p:spPr>
          <a:xfrm>
            <a:off x="1862386" y="797443"/>
            <a:ext cx="8961558" cy="4337778"/>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Option 1</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Hand is to ring as head is to cap. A ring is worn on a person's hand; a cap is worn on a person's head.</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700"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Shape 313"/>
        <p:cNvGrpSpPr/>
        <p:nvPr/>
      </p:nvGrpSpPr>
      <p:grpSpPr>
        <a:xfrm>
          <a:off x="0" y="0"/>
          <a:ext cx="0" cy="0"/>
          <a:chOff x="0" y="0"/>
          <a:chExt cx="0" cy="0"/>
        </a:xfrm>
      </p:grpSpPr>
      <p:pic>
        <p:nvPicPr>
          <p:cNvPr id="315" name="Google Shape;315;p45" descr="C:\Users\DKF\Desktop\5-215-q-1.png"/>
          <p:cNvPicPr preferRelativeResize="0"/>
          <p:nvPr/>
        </p:nvPicPr>
        <p:blipFill rotWithShape="1">
          <a:blip r:embed="rId3">
            <a:alphaModFix/>
          </a:blip>
          <a:srcRect r="36483" b="33490"/>
          <a:stretch/>
        </p:blipFill>
        <p:spPr>
          <a:xfrm>
            <a:off x="1034206" y="873113"/>
            <a:ext cx="3362357" cy="2662213"/>
          </a:xfrm>
          <a:prstGeom prst="roundRect">
            <a:avLst>
              <a:gd name="adj" fmla="val 668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 name="Google Shape;315;p45" descr="C:\Users\DKF\Desktop\5-215-q-1.png">
            <a:extLst>
              <a:ext uri="{FF2B5EF4-FFF2-40B4-BE49-F238E27FC236}">
                <a16:creationId xmlns:a16="http://schemas.microsoft.com/office/drawing/2014/main" id="{B62C9C00-50C2-05E5-46E3-259C4282727E}"/>
              </a:ext>
            </a:extLst>
          </p:cNvPr>
          <p:cNvPicPr preferRelativeResize="0"/>
          <p:nvPr/>
        </p:nvPicPr>
        <p:blipFill rotWithShape="1">
          <a:blip r:embed="rId3">
            <a:alphaModFix/>
          </a:blip>
          <a:srcRect t="67567" r="74975"/>
          <a:stretch/>
        </p:blipFill>
        <p:spPr>
          <a:xfrm>
            <a:off x="1034206" y="3822405"/>
            <a:ext cx="1780953" cy="14329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extBox 2">
            <a:extLst>
              <a:ext uri="{FF2B5EF4-FFF2-40B4-BE49-F238E27FC236}">
                <a16:creationId xmlns:a16="http://schemas.microsoft.com/office/drawing/2014/main" id="{79872DCF-AC48-F299-CC82-CA4A37C58F22}"/>
              </a:ext>
            </a:extLst>
          </p:cNvPr>
          <p:cNvSpPr txBox="1"/>
          <p:nvPr/>
        </p:nvSpPr>
        <p:spPr>
          <a:xfrm>
            <a:off x="202018" y="228600"/>
            <a:ext cx="8952614" cy="600164"/>
          </a:xfrm>
          <a:prstGeom prst="rect">
            <a:avLst/>
          </a:prstGeom>
          <a:noFill/>
        </p:spPr>
        <p:txBody>
          <a:bodyPr wrap="square" rtlCol="0">
            <a:spAutoFit/>
          </a:bodyPr>
          <a:lstStyle/>
          <a:p>
            <a:r>
              <a:rPr lang="en-US" sz="3300" dirty="0">
                <a:latin typeface="Times New Roman" panose="02020603050405020304" pitchFamily="18" charset="0"/>
                <a:cs typeface="Times New Roman" panose="02020603050405020304" pitchFamily="18" charset="0"/>
              </a:rPr>
              <a:t>17. What should come in place of Question Mark?</a:t>
            </a:r>
          </a:p>
        </p:txBody>
      </p:sp>
      <p:pic>
        <p:nvPicPr>
          <p:cNvPr id="4" name="Google Shape;315;p45" descr="C:\Users\DKF\Desktop\5-215-q-1.png">
            <a:extLst>
              <a:ext uri="{FF2B5EF4-FFF2-40B4-BE49-F238E27FC236}">
                <a16:creationId xmlns:a16="http://schemas.microsoft.com/office/drawing/2014/main" id="{D3E072A1-B02E-384A-60A5-67CEDBB92712}"/>
              </a:ext>
            </a:extLst>
          </p:cNvPr>
          <p:cNvPicPr preferRelativeResize="0"/>
          <p:nvPr/>
        </p:nvPicPr>
        <p:blipFill rotWithShape="1">
          <a:blip r:embed="rId3">
            <a:alphaModFix/>
          </a:blip>
          <a:srcRect l="25235" t="67567" r="49740"/>
          <a:stretch/>
        </p:blipFill>
        <p:spPr>
          <a:xfrm>
            <a:off x="3092840" y="3822406"/>
            <a:ext cx="1686495" cy="138754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Google Shape;315;p45" descr="C:\Users\DKF\Desktop\5-215-q-1.png">
            <a:extLst>
              <a:ext uri="{FF2B5EF4-FFF2-40B4-BE49-F238E27FC236}">
                <a16:creationId xmlns:a16="http://schemas.microsoft.com/office/drawing/2014/main" id="{EB84B267-219A-6A3B-A918-63B3C8E725F3}"/>
              </a:ext>
            </a:extLst>
          </p:cNvPr>
          <p:cNvPicPr preferRelativeResize="0"/>
          <p:nvPr/>
        </p:nvPicPr>
        <p:blipFill rotWithShape="1">
          <a:blip r:embed="rId3">
            <a:alphaModFix/>
          </a:blip>
          <a:srcRect l="53571" t="67567" r="29097"/>
          <a:stretch/>
        </p:blipFill>
        <p:spPr>
          <a:xfrm>
            <a:off x="5108944" y="3838928"/>
            <a:ext cx="1504507" cy="138754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Google Shape;315;p45" descr="C:\Users\DKF\Desktop\5-215-q-1.png">
            <a:extLst>
              <a:ext uri="{FF2B5EF4-FFF2-40B4-BE49-F238E27FC236}">
                <a16:creationId xmlns:a16="http://schemas.microsoft.com/office/drawing/2014/main" id="{CA99E74A-102F-903A-9990-185C861A6891}"/>
              </a:ext>
            </a:extLst>
          </p:cNvPr>
          <p:cNvPicPr preferRelativeResize="0"/>
          <p:nvPr/>
        </p:nvPicPr>
        <p:blipFill rotWithShape="1">
          <a:blip r:embed="rId3">
            <a:alphaModFix/>
          </a:blip>
          <a:srcRect l="74214" t="67567"/>
          <a:stretch/>
        </p:blipFill>
        <p:spPr>
          <a:xfrm>
            <a:off x="6933396" y="3838929"/>
            <a:ext cx="1688809" cy="14164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9DD9D021-A048-41F5-20B2-D5250C1DF68E}"/>
              </a:ext>
            </a:extLst>
          </p:cNvPr>
          <p:cNvPicPr>
            <a:picLocks noChangeAspect="1"/>
          </p:cNvPicPr>
          <p:nvPr/>
        </p:nvPicPr>
        <p:blipFill>
          <a:blip r:embed="rId4"/>
          <a:stretch>
            <a:fillRect/>
          </a:stretch>
        </p:blipFill>
        <p:spPr>
          <a:xfrm>
            <a:off x="8527747" y="4987504"/>
            <a:ext cx="1812017" cy="1812017"/>
          </a:xfrm>
          <a:prstGeom prst="rect">
            <a:avLst/>
          </a:prstGeom>
        </p:spPr>
      </p:pic>
      <p:sp>
        <p:nvSpPr>
          <p:cNvPr id="8" name="Speech Bubble: Rectangle with Corners Rounded 7">
            <a:extLst>
              <a:ext uri="{FF2B5EF4-FFF2-40B4-BE49-F238E27FC236}">
                <a16:creationId xmlns:a16="http://schemas.microsoft.com/office/drawing/2014/main" id="{82A12181-9384-F79C-66B9-4158D37953C1}"/>
              </a:ext>
            </a:extLst>
          </p:cNvPr>
          <p:cNvSpPr/>
          <p:nvPr/>
        </p:nvSpPr>
        <p:spPr>
          <a:xfrm flipH="1">
            <a:off x="6788089" y="3700131"/>
            <a:ext cx="1957190" cy="1701210"/>
          </a:xfrm>
          <a:prstGeom prst="wedgeRoundRectCallout">
            <a:avLst>
              <a:gd name="adj1" fmla="val -41665"/>
              <a:gd name="adj2" fmla="val 69776"/>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Shape 319"/>
        <p:cNvGrpSpPr/>
        <p:nvPr/>
      </p:nvGrpSpPr>
      <p:grpSpPr>
        <a:xfrm>
          <a:off x="0" y="0"/>
          <a:ext cx="0" cy="0"/>
          <a:chOff x="0" y="0"/>
          <a:chExt cx="0" cy="0"/>
        </a:xfrm>
      </p:grpSpPr>
      <p:grpSp>
        <p:nvGrpSpPr>
          <p:cNvPr id="2" name="Group 1">
            <a:extLst>
              <a:ext uri="{FF2B5EF4-FFF2-40B4-BE49-F238E27FC236}">
                <a16:creationId xmlns:a16="http://schemas.microsoft.com/office/drawing/2014/main" id="{29D4E399-8913-9A48-B6A5-1BFFBC5DC01B}"/>
              </a:ext>
            </a:extLst>
          </p:cNvPr>
          <p:cNvGrpSpPr/>
          <p:nvPr/>
        </p:nvGrpSpPr>
        <p:grpSpPr>
          <a:xfrm>
            <a:off x="1617687" y="797442"/>
            <a:ext cx="9569302" cy="3870251"/>
            <a:chOff x="2009551" y="1605666"/>
            <a:chExt cx="7260415" cy="4565994"/>
          </a:xfrm>
          <a:noFill/>
        </p:grpSpPr>
        <p:sp>
          <p:nvSpPr>
            <p:cNvPr id="3" name="Speech Bubble: Rectangle with Corners Rounded 2">
              <a:extLst>
                <a:ext uri="{FF2B5EF4-FFF2-40B4-BE49-F238E27FC236}">
                  <a16:creationId xmlns:a16="http://schemas.microsoft.com/office/drawing/2014/main" id="{41221914-4CDE-400C-918A-47B869AA3050}"/>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F16A15B0-A23D-D69D-F6FA-0B60BA45D7FF}"/>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320" name="Google Shape;320;p46"/>
          <p:cNvSpPr txBox="1">
            <a:spLocks noGrp="1"/>
          </p:cNvSpPr>
          <p:nvPr>
            <p:ph idx="1"/>
          </p:nvPr>
        </p:nvSpPr>
        <p:spPr>
          <a:xfrm>
            <a:off x="1837547" y="924980"/>
            <a:ext cx="9204365" cy="3790559"/>
          </a:xfrm>
          <a:prstGeom prst="rect">
            <a:avLst/>
          </a:prstGeom>
          <a:noFill/>
          <a:ln>
            <a:noFill/>
          </a:ln>
        </p:spPr>
        <p:txBody>
          <a:bodyPr spcFirstLastPara="1" vert="horz" wrap="square" lIns="68569" tIns="34275" rIns="68569" bIns="34275" rtlCol="0" anchor="t" anchorCtr="0">
            <a:normAutofit/>
          </a:bodyPr>
          <a:lstStyle/>
          <a:p>
            <a:pPr marL="0" indent="0">
              <a:spcBef>
                <a:spcPts val="0"/>
              </a:spcBef>
              <a:buClr>
                <a:schemeClr val="dk1"/>
              </a:buClr>
              <a:buSzPts val="3200"/>
              <a:buNone/>
            </a:pPr>
            <a:r>
              <a:rPr lang="en-US" sz="3600" b="1" dirty="0">
                <a:latin typeface="Times New Roman" panose="02020603050405020304" pitchFamily="18" charset="0"/>
                <a:cs typeface="Times New Roman" panose="02020603050405020304" pitchFamily="18" charset="0"/>
              </a:rPr>
              <a:t>Answer: Option 4</a:t>
            </a:r>
          </a:p>
          <a:p>
            <a:pPr marL="0" indent="0">
              <a:spcBef>
                <a:spcPts val="0"/>
              </a:spcBef>
              <a:buClr>
                <a:schemeClr val="dk1"/>
              </a:buClr>
              <a:buSzPts val="3200"/>
              <a:buNone/>
            </a:pP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b="1" dirty="0">
                <a:latin typeface="Times New Roman" panose="02020603050405020304" pitchFamily="18" charset="0"/>
                <a:cs typeface="Times New Roman" panose="02020603050405020304" pitchFamily="18" charset="0"/>
              </a:rPr>
              <a:t>Explanation:</a:t>
            </a:r>
            <a:endParaRPr sz="3600" b="1"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r>
              <a:rPr lang="en-US" sz="3600" dirty="0">
                <a:latin typeface="Times New Roman" panose="02020603050405020304" pitchFamily="18" charset="0"/>
                <a:cs typeface="Times New Roman" panose="02020603050405020304" pitchFamily="18" charset="0"/>
              </a:rPr>
              <a:t>Car is to horse and buggy as computer is to pen and ink. This relationship shows the difference between modern times and times past.</a:t>
            </a:r>
            <a:endParaRPr sz="36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400"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Shape 324"/>
        <p:cNvGrpSpPr/>
        <p:nvPr/>
      </p:nvGrpSpPr>
      <p:grpSpPr>
        <a:xfrm>
          <a:off x="0" y="0"/>
          <a:ext cx="0" cy="0"/>
          <a:chOff x="0" y="0"/>
          <a:chExt cx="0" cy="0"/>
        </a:xfrm>
      </p:grpSpPr>
      <p:pic>
        <p:nvPicPr>
          <p:cNvPr id="326" name="Google Shape;326;p47" descr="C:\Users\DKF\Desktop\5-205-q-1.png"/>
          <p:cNvPicPr preferRelativeResize="0"/>
          <p:nvPr/>
        </p:nvPicPr>
        <p:blipFill rotWithShape="1">
          <a:blip r:embed="rId3">
            <a:alphaModFix/>
          </a:blip>
          <a:srcRect r="35995" b="43066"/>
          <a:stretch/>
        </p:blipFill>
        <p:spPr>
          <a:xfrm>
            <a:off x="1026974" y="893680"/>
            <a:ext cx="3428068" cy="2067487"/>
          </a:xfrm>
          <a:prstGeom prst="roundRect">
            <a:avLst>
              <a:gd name="adj" fmla="val 733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Box 1">
            <a:extLst>
              <a:ext uri="{FF2B5EF4-FFF2-40B4-BE49-F238E27FC236}">
                <a16:creationId xmlns:a16="http://schemas.microsoft.com/office/drawing/2014/main" id="{85889663-985F-7018-38B9-75C03EAE8D3B}"/>
              </a:ext>
            </a:extLst>
          </p:cNvPr>
          <p:cNvSpPr txBox="1"/>
          <p:nvPr/>
        </p:nvSpPr>
        <p:spPr>
          <a:xfrm>
            <a:off x="202018" y="228600"/>
            <a:ext cx="8952614" cy="600164"/>
          </a:xfrm>
          <a:prstGeom prst="rect">
            <a:avLst/>
          </a:prstGeom>
          <a:noFill/>
        </p:spPr>
        <p:txBody>
          <a:bodyPr wrap="square" rtlCol="0">
            <a:spAutoFit/>
          </a:bodyPr>
          <a:lstStyle/>
          <a:p>
            <a:r>
              <a:rPr lang="en-US" sz="3300" dirty="0">
                <a:latin typeface="Times New Roman" panose="02020603050405020304" pitchFamily="18" charset="0"/>
                <a:cs typeface="Times New Roman" panose="02020603050405020304" pitchFamily="18" charset="0"/>
              </a:rPr>
              <a:t>18. What should come in place of Question Mark?</a:t>
            </a:r>
          </a:p>
        </p:txBody>
      </p:sp>
      <p:pic>
        <p:nvPicPr>
          <p:cNvPr id="3" name="Google Shape;326;p47" descr="C:\Users\DKF\Desktop\5-205-q-1.png">
            <a:extLst>
              <a:ext uri="{FF2B5EF4-FFF2-40B4-BE49-F238E27FC236}">
                <a16:creationId xmlns:a16="http://schemas.microsoft.com/office/drawing/2014/main" id="{2754E732-96BD-908C-682D-77BD1248407A}"/>
              </a:ext>
            </a:extLst>
          </p:cNvPr>
          <p:cNvPicPr preferRelativeResize="0"/>
          <p:nvPr/>
        </p:nvPicPr>
        <p:blipFill rotWithShape="1">
          <a:blip r:embed="rId3">
            <a:alphaModFix/>
          </a:blip>
          <a:srcRect t="57861" r="80130" b="2465"/>
          <a:stretch/>
        </p:blipFill>
        <p:spPr>
          <a:xfrm>
            <a:off x="1026974" y="3258878"/>
            <a:ext cx="1413198" cy="14407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Google Shape;326;p47" descr="C:\Users\DKF\Desktop\5-205-q-1.png">
            <a:extLst>
              <a:ext uri="{FF2B5EF4-FFF2-40B4-BE49-F238E27FC236}">
                <a16:creationId xmlns:a16="http://schemas.microsoft.com/office/drawing/2014/main" id="{C68590E7-865F-EA17-8090-86546037FC92}"/>
              </a:ext>
            </a:extLst>
          </p:cNvPr>
          <p:cNvPicPr preferRelativeResize="0"/>
          <p:nvPr/>
        </p:nvPicPr>
        <p:blipFill rotWithShape="1">
          <a:blip r:embed="rId3">
            <a:alphaModFix/>
          </a:blip>
          <a:srcRect l="27576" t="57861" r="48659" b="2465"/>
          <a:stretch/>
        </p:blipFill>
        <p:spPr>
          <a:xfrm>
            <a:off x="2971800" y="3258878"/>
            <a:ext cx="1562986" cy="14407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Google Shape;326;p47" descr="C:\Users\DKF\Desktop\5-205-q-1.png">
            <a:extLst>
              <a:ext uri="{FF2B5EF4-FFF2-40B4-BE49-F238E27FC236}">
                <a16:creationId xmlns:a16="http://schemas.microsoft.com/office/drawing/2014/main" id="{12194450-E8B1-EFC7-2F1B-D5063721DA49}"/>
              </a:ext>
            </a:extLst>
          </p:cNvPr>
          <p:cNvPicPr preferRelativeResize="0"/>
          <p:nvPr/>
        </p:nvPicPr>
        <p:blipFill rotWithShape="1">
          <a:blip r:embed="rId3">
            <a:alphaModFix/>
          </a:blip>
          <a:srcRect l="47488" t="68402" r="20826" b="2465"/>
          <a:stretch/>
        </p:blipFill>
        <p:spPr>
          <a:xfrm>
            <a:off x="5020341" y="3258878"/>
            <a:ext cx="1711842" cy="14407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Google Shape;326;p47" descr="C:\Users\DKF\Desktop\5-205-q-1.png">
            <a:extLst>
              <a:ext uri="{FF2B5EF4-FFF2-40B4-BE49-F238E27FC236}">
                <a16:creationId xmlns:a16="http://schemas.microsoft.com/office/drawing/2014/main" id="{E85133D0-FD39-FC72-C89C-5A964CA559B4}"/>
              </a:ext>
            </a:extLst>
          </p:cNvPr>
          <p:cNvPicPr preferRelativeResize="0"/>
          <p:nvPr/>
        </p:nvPicPr>
        <p:blipFill rotWithShape="1">
          <a:blip r:embed="rId3">
            <a:alphaModFix/>
          </a:blip>
          <a:srcRect l="78070" t="57861" r="2317" b="2465"/>
          <a:stretch/>
        </p:blipFill>
        <p:spPr>
          <a:xfrm>
            <a:off x="7171660" y="3258878"/>
            <a:ext cx="1465378" cy="14407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D3EC5CDF-FC38-6D57-2297-9CC9F8A61161}"/>
              </a:ext>
            </a:extLst>
          </p:cNvPr>
          <p:cNvPicPr>
            <a:picLocks noChangeAspect="1"/>
          </p:cNvPicPr>
          <p:nvPr/>
        </p:nvPicPr>
        <p:blipFill>
          <a:blip r:embed="rId4"/>
          <a:stretch>
            <a:fillRect/>
          </a:stretch>
        </p:blipFill>
        <p:spPr>
          <a:xfrm>
            <a:off x="-3041" y="4998761"/>
            <a:ext cx="1812017" cy="1812017"/>
          </a:xfrm>
          <a:prstGeom prst="rect">
            <a:avLst/>
          </a:prstGeom>
        </p:spPr>
      </p:pic>
      <p:sp>
        <p:nvSpPr>
          <p:cNvPr id="8" name="Speech Bubble: Rectangle with Corners Rounded 7">
            <a:extLst>
              <a:ext uri="{FF2B5EF4-FFF2-40B4-BE49-F238E27FC236}">
                <a16:creationId xmlns:a16="http://schemas.microsoft.com/office/drawing/2014/main" id="{58A8E765-9E47-92EA-84F7-ACAACE1D2CF2}"/>
              </a:ext>
            </a:extLst>
          </p:cNvPr>
          <p:cNvSpPr/>
          <p:nvPr/>
        </p:nvSpPr>
        <p:spPr>
          <a:xfrm flipH="1">
            <a:off x="902968" y="3132747"/>
            <a:ext cx="1711841" cy="1694434"/>
          </a:xfrm>
          <a:prstGeom prst="wedgeRoundRectCallout">
            <a:avLst>
              <a:gd name="adj1" fmla="val 20136"/>
              <a:gd name="adj2" fmla="val 73227"/>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Shape 330"/>
        <p:cNvGrpSpPr/>
        <p:nvPr/>
      </p:nvGrpSpPr>
      <p:grpSpPr>
        <a:xfrm>
          <a:off x="0" y="0"/>
          <a:ext cx="0" cy="0"/>
          <a:chOff x="0" y="0"/>
          <a:chExt cx="0" cy="0"/>
        </a:xfrm>
      </p:grpSpPr>
      <p:grpSp>
        <p:nvGrpSpPr>
          <p:cNvPr id="2" name="Group 1">
            <a:extLst>
              <a:ext uri="{FF2B5EF4-FFF2-40B4-BE49-F238E27FC236}">
                <a16:creationId xmlns:a16="http://schemas.microsoft.com/office/drawing/2014/main" id="{6234D8B4-C788-ED25-0CA8-099597E47909}"/>
              </a:ext>
            </a:extLst>
          </p:cNvPr>
          <p:cNvGrpSpPr/>
          <p:nvPr/>
        </p:nvGrpSpPr>
        <p:grpSpPr>
          <a:xfrm>
            <a:off x="1617687" y="797443"/>
            <a:ext cx="9137146" cy="3296092"/>
            <a:chOff x="2009551" y="1605666"/>
            <a:chExt cx="7260415" cy="4565994"/>
          </a:xfrm>
          <a:noFill/>
        </p:grpSpPr>
        <p:sp>
          <p:nvSpPr>
            <p:cNvPr id="3" name="Speech Bubble: Rectangle with Corners Rounded 2">
              <a:extLst>
                <a:ext uri="{FF2B5EF4-FFF2-40B4-BE49-F238E27FC236}">
                  <a16:creationId xmlns:a16="http://schemas.microsoft.com/office/drawing/2014/main" id="{9888DB7F-5D85-13D7-AC89-BFDAEFD4B9B2}"/>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F05AE307-9D90-2653-2993-E2C787D0C8EC}"/>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331" name="Google Shape;331;p48"/>
          <p:cNvSpPr txBox="1">
            <a:spLocks noGrp="1"/>
          </p:cNvSpPr>
          <p:nvPr>
            <p:ph idx="1"/>
          </p:nvPr>
        </p:nvSpPr>
        <p:spPr>
          <a:xfrm>
            <a:off x="1830488" y="864618"/>
            <a:ext cx="9067884" cy="4281565"/>
          </a:xfrm>
          <a:prstGeom prst="rect">
            <a:avLst/>
          </a:prstGeom>
          <a:noFill/>
          <a:ln>
            <a:noFill/>
          </a:ln>
        </p:spPr>
        <p:txBody>
          <a:bodyPr spcFirstLastPara="1" vert="horz" wrap="square" lIns="68569" tIns="34275" rIns="68569" bIns="34275" rtlCol="0" anchor="t" anchorCtr="0">
            <a:normAutofit/>
          </a:bodyPr>
          <a:lstStyle/>
          <a:p>
            <a:pPr marL="0" indent="0">
              <a:lnSpc>
                <a:spcPct val="80000"/>
              </a:lnSpc>
              <a:spcBef>
                <a:spcPts val="0"/>
              </a:spcBef>
              <a:buClr>
                <a:schemeClr val="dk1"/>
              </a:buClr>
              <a:buSzPts val="3200"/>
              <a:buNone/>
            </a:pPr>
            <a:r>
              <a:rPr lang="en-US" sz="3300" b="1" dirty="0">
                <a:latin typeface="Times New Roman" panose="02020603050405020304" pitchFamily="18" charset="0"/>
                <a:cs typeface="Times New Roman" panose="02020603050405020304" pitchFamily="18" charset="0"/>
              </a:rPr>
              <a:t>Answer: Option 1</a:t>
            </a:r>
          </a:p>
          <a:p>
            <a:pPr marL="0" indent="0">
              <a:lnSpc>
                <a:spcPct val="80000"/>
              </a:lnSpc>
              <a:spcBef>
                <a:spcPts val="0"/>
              </a:spcBef>
              <a:buClr>
                <a:schemeClr val="dk1"/>
              </a:buClr>
              <a:buSzPts val="3200"/>
              <a:buNone/>
            </a:pPr>
            <a:endParaRPr sz="3300" b="1" dirty="0">
              <a:latin typeface="Times New Roman" panose="02020603050405020304" pitchFamily="18" charset="0"/>
              <a:cs typeface="Times New Roman" panose="02020603050405020304" pitchFamily="18" charset="0"/>
            </a:endParaRPr>
          </a:p>
          <a:p>
            <a:pPr marL="0" indent="0">
              <a:lnSpc>
                <a:spcPct val="80000"/>
              </a:lnSpc>
              <a:spcBef>
                <a:spcPts val="480"/>
              </a:spcBef>
              <a:buClr>
                <a:schemeClr val="dk1"/>
              </a:buClr>
              <a:buSzPts val="3200"/>
              <a:buNone/>
            </a:pPr>
            <a:r>
              <a:rPr lang="en-US" sz="3300" b="1" dirty="0">
                <a:latin typeface="Times New Roman" panose="02020603050405020304" pitchFamily="18" charset="0"/>
                <a:cs typeface="Times New Roman" panose="02020603050405020304" pitchFamily="18" charset="0"/>
              </a:rPr>
              <a:t>Explanation:</a:t>
            </a:r>
            <a:endParaRPr sz="3300" b="1" dirty="0">
              <a:latin typeface="Times New Roman" panose="02020603050405020304" pitchFamily="18" charset="0"/>
              <a:cs typeface="Times New Roman" panose="02020603050405020304" pitchFamily="18" charset="0"/>
            </a:endParaRPr>
          </a:p>
          <a:p>
            <a:pPr marL="0" indent="0">
              <a:lnSpc>
                <a:spcPct val="80000"/>
              </a:lnSpc>
              <a:spcBef>
                <a:spcPts val="480"/>
              </a:spcBef>
              <a:buClr>
                <a:schemeClr val="dk1"/>
              </a:buClr>
              <a:buSzPts val="3200"/>
              <a:buNone/>
            </a:pPr>
            <a:r>
              <a:rPr lang="en-US" sz="3300" dirty="0">
                <a:latin typeface="Times New Roman" panose="02020603050405020304" pitchFamily="18" charset="0"/>
                <a:cs typeface="Times New Roman" panose="02020603050405020304" pitchFamily="18" charset="0"/>
              </a:rPr>
              <a:t>Cup is to bowl as vacuum cleaner is to broom. This is another relationship about function. The cup and bowl are both used for eating. The vacuum cleaner and broom are both used for cleaning.</a:t>
            </a:r>
            <a:endParaRPr sz="3300" dirty="0">
              <a:latin typeface="Times New Roman" panose="02020603050405020304" pitchFamily="18" charset="0"/>
              <a:cs typeface="Times New Roman" panose="02020603050405020304" pitchFamily="18" charset="0"/>
            </a:endParaRPr>
          </a:p>
          <a:p>
            <a:pPr marL="0" indent="0">
              <a:spcBef>
                <a:spcPts val="480"/>
              </a:spcBef>
              <a:buClr>
                <a:schemeClr val="dk1"/>
              </a:buClr>
              <a:buSzPts val="3200"/>
              <a:buNone/>
            </a:pPr>
            <a:endParaRPr sz="2400"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Shape 335"/>
        <p:cNvGrpSpPr/>
        <p:nvPr/>
      </p:nvGrpSpPr>
      <p:grpSpPr>
        <a:xfrm>
          <a:off x="0" y="0"/>
          <a:ext cx="0" cy="0"/>
          <a:chOff x="0" y="0"/>
          <a:chExt cx="0" cy="0"/>
        </a:xfrm>
      </p:grpSpPr>
      <p:pic>
        <p:nvPicPr>
          <p:cNvPr id="337" name="Google Shape;337;p49" descr="C:\Users\DKF\Desktop\5-218-q-1.png"/>
          <p:cNvPicPr preferRelativeResize="0"/>
          <p:nvPr/>
        </p:nvPicPr>
        <p:blipFill rotWithShape="1">
          <a:blip r:embed="rId3">
            <a:alphaModFix/>
          </a:blip>
          <a:srcRect r="34554" b="32222"/>
          <a:stretch/>
        </p:blipFill>
        <p:spPr>
          <a:xfrm>
            <a:off x="1022703" y="931941"/>
            <a:ext cx="3326014" cy="2342887"/>
          </a:xfrm>
          <a:prstGeom prst="roundRect">
            <a:avLst>
              <a:gd name="adj" fmla="val 895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TextBox 1">
            <a:extLst>
              <a:ext uri="{FF2B5EF4-FFF2-40B4-BE49-F238E27FC236}">
                <a16:creationId xmlns:a16="http://schemas.microsoft.com/office/drawing/2014/main" id="{C8399F02-0AE9-7089-BFE7-318FBF0500A2}"/>
              </a:ext>
            </a:extLst>
          </p:cNvPr>
          <p:cNvSpPr txBox="1"/>
          <p:nvPr/>
        </p:nvSpPr>
        <p:spPr>
          <a:xfrm>
            <a:off x="202018" y="228600"/>
            <a:ext cx="8952614" cy="600164"/>
          </a:xfrm>
          <a:prstGeom prst="rect">
            <a:avLst/>
          </a:prstGeom>
          <a:noFill/>
        </p:spPr>
        <p:txBody>
          <a:bodyPr wrap="square" rtlCol="0">
            <a:spAutoFit/>
          </a:bodyPr>
          <a:lstStyle/>
          <a:p>
            <a:r>
              <a:rPr lang="en-US" sz="3300" dirty="0">
                <a:latin typeface="Times New Roman" panose="02020603050405020304" pitchFamily="18" charset="0"/>
                <a:cs typeface="Times New Roman" panose="02020603050405020304" pitchFamily="18" charset="0"/>
              </a:rPr>
              <a:t>19. What should come in place of Question Mark?</a:t>
            </a:r>
          </a:p>
        </p:txBody>
      </p:sp>
      <p:pic>
        <p:nvPicPr>
          <p:cNvPr id="3" name="Google Shape;337;p49" descr="C:\Users\DKF\Desktop\5-218-q-1.png">
            <a:extLst>
              <a:ext uri="{FF2B5EF4-FFF2-40B4-BE49-F238E27FC236}">
                <a16:creationId xmlns:a16="http://schemas.microsoft.com/office/drawing/2014/main" id="{7A80CCC0-7D41-5B78-784B-3BF2D3BAA8C7}"/>
              </a:ext>
            </a:extLst>
          </p:cNvPr>
          <p:cNvPicPr preferRelativeResize="0"/>
          <p:nvPr/>
        </p:nvPicPr>
        <p:blipFill rotWithShape="1">
          <a:blip r:embed="rId3">
            <a:alphaModFix/>
          </a:blip>
          <a:srcRect t="67292" r="76157"/>
          <a:stretch/>
        </p:blipFill>
        <p:spPr>
          <a:xfrm>
            <a:off x="1022703" y="3657600"/>
            <a:ext cx="1672650" cy="13127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4" name="Google Shape;337;p49" descr="C:\Users\DKF\Desktop\5-218-q-1.png">
            <a:extLst>
              <a:ext uri="{FF2B5EF4-FFF2-40B4-BE49-F238E27FC236}">
                <a16:creationId xmlns:a16="http://schemas.microsoft.com/office/drawing/2014/main" id="{F72728AD-D0CF-A351-4014-28E767B1D49B}"/>
              </a:ext>
            </a:extLst>
          </p:cNvPr>
          <p:cNvPicPr preferRelativeResize="0"/>
          <p:nvPr/>
        </p:nvPicPr>
        <p:blipFill rotWithShape="1">
          <a:blip r:embed="rId3">
            <a:alphaModFix/>
          </a:blip>
          <a:srcRect l="25005" t="67292" r="46123"/>
          <a:stretch/>
        </p:blipFill>
        <p:spPr>
          <a:xfrm>
            <a:off x="3043568" y="3657599"/>
            <a:ext cx="1672651" cy="13127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Google Shape;337;p49" descr="C:\Users\DKF\Desktop\5-218-q-1.png">
            <a:extLst>
              <a:ext uri="{FF2B5EF4-FFF2-40B4-BE49-F238E27FC236}">
                <a16:creationId xmlns:a16="http://schemas.microsoft.com/office/drawing/2014/main" id="{540413A6-9736-0549-E630-F3FD58629934}"/>
              </a:ext>
            </a:extLst>
          </p:cNvPr>
          <p:cNvPicPr preferRelativeResize="0"/>
          <p:nvPr/>
        </p:nvPicPr>
        <p:blipFill rotWithShape="1">
          <a:blip r:embed="rId3">
            <a:alphaModFix/>
          </a:blip>
          <a:srcRect l="55873" t="67292" r="23818"/>
          <a:stretch/>
        </p:blipFill>
        <p:spPr>
          <a:xfrm>
            <a:off x="5114260" y="3657599"/>
            <a:ext cx="1536405" cy="13127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Google Shape;337;p49" descr="C:\Users\DKF\Desktop\5-218-q-1.png">
            <a:extLst>
              <a:ext uri="{FF2B5EF4-FFF2-40B4-BE49-F238E27FC236}">
                <a16:creationId xmlns:a16="http://schemas.microsoft.com/office/drawing/2014/main" id="{DC1F3F25-EA5E-DE90-BFBC-208D7B50F343}"/>
              </a:ext>
            </a:extLst>
          </p:cNvPr>
          <p:cNvPicPr preferRelativeResize="0"/>
          <p:nvPr/>
        </p:nvPicPr>
        <p:blipFill rotWithShape="1">
          <a:blip r:embed="rId3">
            <a:alphaModFix/>
          </a:blip>
          <a:srcRect l="82496" t="67292"/>
          <a:stretch/>
        </p:blipFill>
        <p:spPr>
          <a:xfrm>
            <a:off x="7048705" y="3657599"/>
            <a:ext cx="1361647" cy="13127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DDD62E17-71AF-05C2-0E37-87C7C60005FE}"/>
              </a:ext>
            </a:extLst>
          </p:cNvPr>
          <p:cNvPicPr>
            <a:picLocks noChangeAspect="1"/>
          </p:cNvPicPr>
          <p:nvPr/>
        </p:nvPicPr>
        <p:blipFill>
          <a:blip r:embed="rId4"/>
          <a:stretch>
            <a:fillRect/>
          </a:stretch>
        </p:blipFill>
        <p:spPr>
          <a:xfrm>
            <a:off x="1831074" y="4970366"/>
            <a:ext cx="1812017" cy="1812017"/>
          </a:xfrm>
          <a:prstGeom prst="rect">
            <a:avLst/>
          </a:prstGeom>
        </p:spPr>
      </p:pic>
      <p:sp>
        <p:nvSpPr>
          <p:cNvPr id="8" name="Speech Bubble: Rectangle with Corners Rounded 7">
            <a:extLst>
              <a:ext uri="{FF2B5EF4-FFF2-40B4-BE49-F238E27FC236}">
                <a16:creationId xmlns:a16="http://schemas.microsoft.com/office/drawing/2014/main" id="{97DBF168-1C51-DCF5-AB69-6451CBCCEAFD}"/>
              </a:ext>
            </a:extLst>
          </p:cNvPr>
          <p:cNvSpPr/>
          <p:nvPr/>
        </p:nvSpPr>
        <p:spPr>
          <a:xfrm flipH="1">
            <a:off x="2880622" y="3536784"/>
            <a:ext cx="1946558" cy="1556211"/>
          </a:xfrm>
          <a:prstGeom prst="wedgeRoundRectCallout">
            <a:avLst>
              <a:gd name="adj1" fmla="val 28876"/>
              <a:gd name="adj2" fmla="val 69128"/>
              <a:gd name="adj3" fmla="val 16667"/>
            </a:avLst>
          </a:prstGeom>
          <a:noFill/>
          <a:ln w="381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grpSp>
        <p:nvGrpSpPr>
          <p:cNvPr id="2" name="Group 1">
            <a:extLst>
              <a:ext uri="{FF2B5EF4-FFF2-40B4-BE49-F238E27FC236}">
                <a16:creationId xmlns:a16="http://schemas.microsoft.com/office/drawing/2014/main" id="{E2795D22-C060-9D87-BD3A-98033D3F2DC9}"/>
              </a:ext>
            </a:extLst>
          </p:cNvPr>
          <p:cNvGrpSpPr/>
          <p:nvPr/>
        </p:nvGrpSpPr>
        <p:grpSpPr>
          <a:xfrm>
            <a:off x="1617687" y="797443"/>
            <a:ext cx="9569302" cy="2131827"/>
            <a:chOff x="2009551" y="1605666"/>
            <a:chExt cx="7260415" cy="4565994"/>
          </a:xfrm>
          <a:noFill/>
        </p:grpSpPr>
        <p:sp>
          <p:nvSpPr>
            <p:cNvPr id="3" name="Speech Bubble: Rectangle with Corners Rounded 2">
              <a:extLst>
                <a:ext uri="{FF2B5EF4-FFF2-40B4-BE49-F238E27FC236}">
                  <a16:creationId xmlns:a16="http://schemas.microsoft.com/office/drawing/2014/main" id="{2DE7EC9A-AE20-70B0-05A8-7CFAA85EE54D}"/>
                </a:ext>
              </a:extLst>
            </p:cNvPr>
            <p:cNvSpPr/>
            <p:nvPr/>
          </p:nvSpPr>
          <p:spPr>
            <a:xfrm flipH="1">
              <a:off x="2009551" y="1605666"/>
              <a:ext cx="7260415" cy="4565994"/>
            </a:xfrm>
            <a:prstGeom prst="wedgeRoundRectCallout">
              <a:avLst>
                <a:gd name="adj1" fmla="val -21024"/>
                <a:gd name="adj2" fmla="val 50215"/>
                <a:gd name="adj3" fmla="val 16667"/>
              </a:avLst>
            </a:prstGeom>
            <a:grpFill/>
            <a:ln w="19050">
              <a:solidFill>
                <a:schemeClr val="bg2">
                  <a:lumMod val="40000"/>
                  <a:lumOff val="6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B0F0"/>
                  </a:solidFill>
                </a:ln>
                <a:solidFill>
                  <a:schemeClr val="tx1">
                    <a:lumMod val="95000"/>
                  </a:schemeClr>
                </a:solidFill>
                <a:effectLst>
                  <a:glow rad="228600">
                    <a:schemeClr val="accent5">
                      <a:satMod val="175000"/>
                      <a:alpha val="40000"/>
                    </a:schemeClr>
                  </a:glow>
                </a:effectLst>
              </a:endParaRPr>
            </a:p>
          </p:txBody>
        </p:sp>
        <p:sp>
          <p:nvSpPr>
            <p:cNvPr id="4" name="TextBox 3">
              <a:extLst>
                <a:ext uri="{FF2B5EF4-FFF2-40B4-BE49-F238E27FC236}">
                  <a16:creationId xmlns:a16="http://schemas.microsoft.com/office/drawing/2014/main" id="{386E3C7F-E0E3-EAAD-E57D-5212367D89EF}"/>
                </a:ext>
              </a:extLst>
            </p:cNvPr>
            <p:cNvSpPr txBox="1"/>
            <p:nvPr/>
          </p:nvSpPr>
          <p:spPr>
            <a:xfrm>
              <a:off x="2373831" y="1724624"/>
              <a:ext cx="6114448" cy="584775"/>
            </a:xfrm>
            <a:prstGeom prst="rect">
              <a:avLst/>
            </a:prstGeom>
            <a:grpFill/>
          </p:spPr>
          <p:txBody>
            <a:bodyPr wrap="square">
              <a:spAutoFit/>
            </a:bodyPr>
            <a:lstStyle/>
            <a:p>
              <a:pPr marL="0" indent="0">
                <a:spcBef>
                  <a:spcPts val="0"/>
                </a:spcBef>
                <a:buClr>
                  <a:schemeClr val="dk1"/>
                </a:buClr>
                <a:buSzPts val="3200"/>
                <a:buNone/>
              </a:pPr>
              <a:endParaRPr lang="en-US" sz="3200" dirty="0">
                <a:latin typeface="Times New Roman" panose="02020603050405020304" pitchFamily="18" charset="0"/>
                <a:cs typeface="Times New Roman" panose="02020603050405020304" pitchFamily="18" charset="0"/>
              </a:endParaRPr>
            </a:p>
          </p:txBody>
        </p:sp>
      </p:grpSp>
      <p:sp>
        <p:nvSpPr>
          <p:cNvPr id="342" name="Google Shape;342;p50"/>
          <p:cNvSpPr txBox="1">
            <a:spLocks noGrp="1"/>
          </p:cNvSpPr>
          <p:nvPr>
            <p:ph idx="1"/>
          </p:nvPr>
        </p:nvSpPr>
        <p:spPr>
          <a:xfrm>
            <a:off x="1820988" y="864618"/>
            <a:ext cx="9151811" cy="3146611"/>
          </a:xfrm>
          <a:prstGeom prst="rect">
            <a:avLst/>
          </a:prstGeom>
          <a:noFill/>
          <a:ln>
            <a:noFill/>
          </a:ln>
        </p:spPr>
        <p:txBody>
          <a:bodyPr spcFirstLastPara="1" vert="horz" wrap="square" lIns="68569" tIns="34275" rIns="68569" bIns="34275" rtlCol="0" anchor="t" anchorCtr="0">
            <a:normAutofit/>
          </a:bodyPr>
          <a:lstStyle/>
          <a:p>
            <a:pPr marL="0" indent="0">
              <a:lnSpc>
                <a:spcPct val="80000"/>
              </a:lnSpc>
              <a:spcBef>
                <a:spcPts val="0"/>
              </a:spcBef>
              <a:buClr>
                <a:schemeClr val="dk1"/>
              </a:buClr>
              <a:buSzPts val="3200"/>
              <a:buNone/>
            </a:pPr>
            <a:r>
              <a:rPr lang="en-US" sz="3300" b="1" dirty="0">
                <a:latin typeface="Times New Roman" panose="02020603050405020304" pitchFamily="18" charset="0"/>
                <a:cs typeface="Times New Roman" panose="02020603050405020304" pitchFamily="18" charset="0"/>
              </a:rPr>
              <a:t>Answer: Option 2</a:t>
            </a:r>
          </a:p>
          <a:p>
            <a:pPr marL="0" indent="0">
              <a:lnSpc>
                <a:spcPct val="80000"/>
              </a:lnSpc>
              <a:spcBef>
                <a:spcPts val="0"/>
              </a:spcBef>
              <a:buClr>
                <a:schemeClr val="dk1"/>
              </a:buClr>
              <a:buSzPts val="3200"/>
              <a:buNone/>
            </a:pPr>
            <a:endParaRPr sz="3300" b="1" dirty="0">
              <a:latin typeface="Times New Roman" panose="02020603050405020304" pitchFamily="18" charset="0"/>
              <a:cs typeface="Times New Roman" panose="02020603050405020304" pitchFamily="18" charset="0"/>
            </a:endParaRPr>
          </a:p>
          <a:p>
            <a:pPr marL="0" indent="0">
              <a:lnSpc>
                <a:spcPct val="80000"/>
              </a:lnSpc>
              <a:spcBef>
                <a:spcPts val="480"/>
              </a:spcBef>
              <a:buClr>
                <a:schemeClr val="dk1"/>
              </a:buClr>
              <a:buSzPts val="3200"/>
              <a:buNone/>
            </a:pPr>
            <a:r>
              <a:rPr lang="en-US" sz="3300" b="1" dirty="0">
                <a:latin typeface="Times New Roman" panose="02020603050405020304" pitchFamily="18" charset="0"/>
                <a:cs typeface="Times New Roman" panose="02020603050405020304" pitchFamily="18" charset="0"/>
              </a:rPr>
              <a:t>Explanation:</a:t>
            </a:r>
            <a:endParaRPr sz="3300" b="1" dirty="0">
              <a:latin typeface="Times New Roman" panose="02020603050405020304" pitchFamily="18" charset="0"/>
              <a:cs typeface="Times New Roman" panose="02020603050405020304" pitchFamily="18" charset="0"/>
            </a:endParaRPr>
          </a:p>
          <a:p>
            <a:pPr marL="0" indent="0">
              <a:lnSpc>
                <a:spcPct val="80000"/>
              </a:lnSpc>
              <a:spcBef>
                <a:spcPts val="480"/>
              </a:spcBef>
              <a:buClr>
                <a:schemeClr val="dk1"/>
              </a:buClr>
              <a:buSzPts val="3200"/>
              <a:buNone/>
            </a:pPr>
            <a:r>
              <a:rPr lang="en-US" sz="3300" dirty="0">
                <a:latin typeface="Times New Roman" panose="02020603050405020304" pitchFamily="18" charset="0"/>
                <a:cs typeface="Times New Roman" panose="02020603050405020304" pitchFamily="18" charset="0"/>
              </a:rPr>
              <a:t>Towel is to bathtub as chest of drawers is to bed.</a:t>
            </a:r>
            <a:endParaRPr sz="3300" dirty="0">
              <a:latin typeface="Times New Roman" panose="02020603050405020304" pitchFamily="18" charset="0"/>
              <a:cs typeface="Times New Roman" panose="02020603050405020304" pitchFamily="18" charset="0"/>
            </a:endParaRPr>
          </a:p>
          <a:p>
            <a:pPr marL="257175" indent="-104775">
              <a:spcBef>
                <a:spcPts val="480"/>
              </a:spcBef>
              <a:buClr>
                <a:schemeClr val="dk1"/>
              </a:buClr>
              <a:buSzPts val="3200"/>
              <a:buNone/>
            </a:pPr>
            <a:endParaRPr sz="24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71F0E3-8C89-3FCE-19B9-0EC29E94C443}"/>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846" b="89846" l="6933" r="90000">
                        <a14:foregroundMark x1="6933" y1="26462" x2="6933" y2="26462"/>
                      </a14:backgroundRemoval>
                    </a14:imgEffect>
                  </a14:imgLayer>
                </a14:imgProps>
              </a:ext>
            </a:extLst>
          </a:blip>
          <a:stretch>
            <a:fillRect/>
          </a:stretch>
        </p:blipFill>
        <p:spPr>
          <a:xfrm>
            <a:off x="2524125" y="1881187"/>
            <a:ext cx="7143750" cy="3095625"/>
          </a:xfrm>
          <a:prstGeom prst="rect">
            <a:avLst/>
          </a:prstGeom>
        </p:spPr>
      </p:pic>
    </p:spTree>
    <p:extLst>
      <p:ext uri="{BB962C8B-B14F-4D97-AF65-F5344CB8AC3E}">
        <p14:creationId xmlns:p14="http://schemas.microsoft.com/office/powerpoint/2010/main" val="15217055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A3C9F6-D501-EF48-FF84-D5F5087F11D5}"/>
              </a:ext>
            </a:extLst>
          </p:cNvPr>
          <p:cNvPicPr>
            <a:picLocks noChangeAspect="1"/>
          </p:cNvPicPr>
          <p:nvPr/>
        </p:nvPicPr>
        <p:blipFill>
          <a:blip r:embed="rId2"/>
          <a:stretch>
            <a:fillRect/>
          </a:stretch>
        </p:blipFill>
        <p:spPr>
          <a:xfrm>
            <a:off x="2743199" y="76199"/>
            <a:ext cx="6640033" cy="6640033"/>
          </a:xfrm>
          <a:prstGeom prst="rect">
            <a:avLst/>
          </a:prstGeom>
        </p:spPr>
      </p:pic>
    </p:spTree>
    <p:extLst>
      <p:ext uri="{BB962C8B-B14F-4D97-AF65-F5344CB8AC3E}">
        <p14:creationId xmlns:p14="http://schemas.microsoft.com/office/powerpoint/2010/main" val="39619778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1390</TotalTime>
  <Words>1379</Words>
  <Application>Microsoft Office PowerPoint</Application>
  <PresentationFormat>Widescreen</PresentationFormat>
  <Paragraphs>335</Paragraphs>
  <Slides>91</Slides>
  <Notes>72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Algerian</vt:lpstr>
      <vt:lpstr>Arial</vt:lpstr>
      <vt:lpstr>Calibri</vt:lpstr>
      <vt:lpstr>Calibri Light</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Odd Man out</dc:title>
  <dc:creator>Staff</dc:creator>
  <cp:lastModifiedBy>Windows User</cp:lastModifiedBy>
  <cp:revision>37</cp:revision>
  <dcterms:created xsi:type="dcterms:W3CDTF">2017-04-19T11:40:06Z</dcterms:created>
  <dcterms:modified xsi:type="dcterms:W3CDTF">2025-02-28T16:59:58Z</dcterms:modified>
</cp:coreProperties>
</file>